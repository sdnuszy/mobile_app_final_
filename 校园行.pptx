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72" r:id="rId6"/>
    <p:sldId id="259" r:id="rId7"/>
    <p:sldId id="273" r:id="rId8"/>
    <p:sldId id="261" r:id="rId9"/>
    <p:sldId id="262" r:id="rId10"/>
    <p:sldId id="271" r:id="rId11"/>
    <p:sldId id="264" r:id="rId12"/>
    <p:sldId id="266" r:id="rId13"/>
    <p:sldId id="267" r:id="rId14"/>
  </p:sldIdLst>
  <p:sldSz cx="12192000" cy="6858000"/>
  <p:notesSz cx="6858000" cy="12192000"/>
  <p:embeddedFontLst>
    <p:embeddedFont>
      <p:font typeface="MiSans" panose="02010600030101010101" charset="-122"/>
      <p:regular r:id="rId16"/>
    </p:embeddedFont>
    <p:embeddedFont>
      <p:font typeface="站酷文艺体" panose="02010600030101010101" charset="-122"/>
      <p:regular r:id="rId17"/>
    </p:embeddedFont>
    <p:embeddedFont>
      <p:font typeface="Oranienbaum" panose="02000506080000020003" pitchFamily="2" charset="0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80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150D-3343-4560-38B5-E8EE9782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3A731-7CAC-0D35-8A20-06C8798E1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998CE-9168-C34C-2A5C-EB372815B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62F10-E5E0-A026-BDE1-ABD28604A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62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04DE-AA9C-3C2C-1486-089A30A4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2D464-9F3F-E61D-0854-675394E8E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3E5D5-F870-466F-5B95-86706AF96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F087A-038B-10C7-6A5F-0AE30D3AB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33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C73D-CDCC-1FD1-B58D-F7F935B6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764E1-137D-0DC9-DDF0-8911D5B6E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2D455-C775-4B62-3E41-24CC53E15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2D41E-61ED-06CF-7BB0-BE15FDD457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85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DD8E-6B3E-CBE4-2456-9F0495C9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5A934-95AF-A301-E2B8-8604A2DAA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12288-AC7E-37C7-4ABF-1554D3D0F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8F8D2-A03D-88B4-74ED-705F1F62E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69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hqjt.nwu.edu.cn/284da43807757c962704fa80a25fa1af026ac317.jpg"/>
          <p:cNvPicPr>
            <a:picLocks noChangeAspect="1"/>
          </p:cNvPicPr>
          <p:nvPr/>
        </p:nvPicPr>
        <p:blipFill>
          <a:blip r:embed="rId3"/>
          <a:srcRect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C58">
                  <a:alpha val="90000"/>
                </a:srgbClr>
              </a:gs>
              <a:gs pos="50000">
                <a:srgbClr val="4A5C58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100138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Campus Journey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481138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校园行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28527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195638"/>
            <a:ext cx="36004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让校园探索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829050"/>
            <a:ext cx="36004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成为生活的诗意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1482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2925" y="53387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57175" y="21431"/>
                </a:moveTo>
                <a:cubicBezTo>
                  <a:pt x="257175" y="16475"/>
                  <a:pt x="254630" y="11876"/>
                  <a:pt x="250388" y="9287"/>
                </a:cubicBezTo>
                <a:cubicBezTo>
                  <a:pt x="246147" y="6697"/>
                  <a:pt x="240923" y="6429"/>
                  <a:pt x="236503" y="8662"/>
                </a:cubicBezTo>
                <a:lnTo>
                  <a:pt x="184621" y="34603"/>
                </a:lnTo>
                <a:lnTo>
                  <a:pt x="104522" y="7858"/>
                </a:lnTo>
                <a:cubicBezTo>
                  <a:pt x="100905" y="6653"/>
                  <a:pt x="97021" y="6921"/>
                  <a:pt x="93628" y="8617"/>
                </a:cubicBezTo>
                <a:lnTo>
                  <a:pt x="36478" y="37192"/>
                </a:lnTo>
                <a:cubicBezTo>
                  <a:pt x="31611" y="39648"/>
                  <a:pt x="28575" y="44604"/>
                  <a:pt x="28575" y="50006"/>
                </a:cubicBezTo>
                <a:lnTo>
                  <a:pt x="28575" y="207169"/>
                </a:lnTo>
                <a:cubicBezTo>
                  <a:pt x="28575" y="212125"/>
                  <a:pt x="31120" y="216724"/>
                  <a:pt x="35362" y="219313"/>
                </a:cubicBezTo>
                <a:cubicBezTo>
                  <a:pt x="39603" y="221903"/>
                  <a:pt x="44827" y="222171"/>
                  <a:pt x="49247" y="219938"/>
                </a:cubicBezTo>
                <a:lnTo>
                  <a:pt x="101084" y="193997"/>
                </a:lnTo>
                <a:lnTo>
                  <a:pt x="178460" y="219804"/>
                </a:lnTo>
                <a:cubicBezTo>
                  <a:pt x="176540" y="216947"/>
                  <a:pt x="174665" y="213955"/>
                  <a:pt x="172834" y="210919"/>
                </a:cubicBezTo>
                <a:cubicBezTo>
                  <a:pt x="167923" y="202749"/>
                  <a:pt x="163056" y="193372"/>
                  <a:pt x="159440" y="183326"/>
                </a:cubicBezTo>
                <a:lnTo>
                  <a:pt x="114255" y="168280"/>
                </a:lnTo>
                <a:lnTo>
                  <a:pt x="114255" y="41255"/>
                </a:lnTo>
                <a:lnTo>
                  <a:pt x="171405" y="60320"/>
                </a:lnTo>
                <a:lnTo>
                  <a:pt x="171405" y="104656"/>
                </a:lnTo>
                <a:cubicBezTo>
                  <a:pt x="185246" y="88672"/>
                  <a:pt x="205785" y="78581"/>
                  <a:pt x="228555" y="78581"/>
                </a:cubicBezTo>
                <a:cubicBezTo>
                  <a:pt x="238646" y="78581"/>
                  <a:pt x="248290" y="80546"/>
                  <a:pt x="257130" y="84162"/>
                </a:cubicBezTo>
                <a:lnTo>
                  <a:pt x="257175" y="21431"/>
                </a:lnTo>
                <a:close/>
                <a:moveTo>
                  <a:pt x="228600" y="100013"/>
                </a:moveTo>
                <a:cubicBezTo>
                  <a:pt x="198998" y="100013"/>
                  <a:pt x="175022" y="123587"/>
                  <a:pt x="175022" y="152653"/>
                </a:cubicBezTo>
                <a:cubicBezTo>
                  <a:pt x="175022" y="183416"/>
                  <a:pt x="203642" y="219804"/>
                  <a:pt x="219045" y="237173"/>
                </a:cubicBezTo>
                <a:cubicBezTo>
                  <a:pt x="224224" y="242977"/>
                  <a:pt x="233020" y="242977"/>
                  <a:pt x="238199" y="237173"/>
                </a:cubicBezTo>
                <a:cubicBezTo>
                  <a:pt x="253603" y="219804"/>
                  <a:pt x="282223" y="183416"/>
                  <a:pt x="282223" y="152653"/>
                </a:cubicBezTo>
                <a:cubicBezTo>
                  <a:pt x="282223" y="123587"/>
                  <a:pt x="258247" y="100013"/>
                  <a:pt x="228645" y="100013"/>
                </a:cubicBezTo>
                <a:close/>
                <a:moveTo>
                  <a:pt x="210741" y="153591"/>
                </a:moveTo>
                <a:cubicBezTo>
                  <a:pt x="210741" y="143734"/>
                  <a:pt x="218743" y="135731"/>
                  <a:pt x="228600" y="135731"/>
                </a:cubicBezTo>
                <a:cubicBezTo>
                  <a:pt x="238457" y="135731"/>
                  <a:pt x="246459" y="143734"/>
                  <a:pt x="246459" y="153591"/>
                </a:cubicBezTo>
                <a:cubicBezTo>
                  <a:pt x="246459" y="163447"/>
                  <a:pt x="238457" y="171450"/>
                  <a:pt x="228600" y="171450"/>
                </a:cubicBezTo>
                <a:cubicBezTo>
                  <a:pt x="218743" y="171450"/>
                  <a:pt x="210741" y="163447"/>
                  <a:pt x="210741" y="153591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11" name="Shape 8"/>
          <p:cNvSpPr/>
          <p:nvPr/>
        </p:nvSpPr>
        <p:spPr>
          <a:xfrm>
            <a:off x="1219200" y="51482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423988" y="53387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13" name="Shape 10"/>
          <p:cNvSpPr/>
          <p:nvPr/>
        </p:nvSpPr>
        <p:spPr>
          <a:xfrm>
            <a:off x="2057400" y="51482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219325" y="5338763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78A64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B8A99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47800"/>
            <a:ext cx="38100" cy="1304925"/>
          </a:xfrm>
          <a:custGeom>
            <a:avLst/>
            <a:gdLst/>
            <a:ahLst/>
            <a:cxnLst/>
            <a:rect l="l" t="t" r="r" b="b"/>
            <a:pathLst>
              <a:path w="38100" h="1304925">
                <a:moveTo>
                  <a:pt x="0" y="0"/>
                </a:moveTo>
                <a:lnTo>
                  <a:pt x="38100" y="0"/>
                </a:lnTo>
                <a:lnTo>
                  <a:pt x="38100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64355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6" name="Text 4"/>
          <p:cNvSpPr/>
          <p:nvPr/>
        </p:nvSpPr>
        <p:spPr>
          <a:xfrm>
            <a:off x="823813" y="1910259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1738809"/>
            <a:ext cx="942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校园导航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4500" y="2196009"/>
            <a:ext cx="935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探索每一个角落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201400" y="179595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91900" y="1986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944218"/>
            <a:ext cx="38100" cy="1304925"/>
          </a:xfrm>
          <a:custGeom>
            <a:avLst/>
            <a:gdLst/>
            <a:ahLst/>
            <a:cxnLst/>
            <a:rect l="l" t="t" r="r" b="b"/>
            <a:pathLst>
              <a:path w="38100" h="1304925">
                <a:moveTo>
                  <a:pt x="0" y="0"/>
                </a:moveTo>
                <a:lnTo>
                  <a:pt x="38100" y="0"/>
                </a:lnTo>
                <a:lnTo>
                  <a:pt x="38100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313997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3" name="Text 11"/>
          <p:cNvSpPr/>
          <p:nvPr/>
        </p:nvSpPr>
        <p:spPr>
          <a:xfrm>
            <a:off x="823813" y="3406676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14500" y="3235226"/>
            <a:ext cx="942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经验</a:t>
            </a:r>
            <a:r>
              <a:rPr lang="en-US" sz="2700" b="1" dirty="0" err="1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资讯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4500" y="3692426"/>
            <a:ext cx="935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发现精彩生活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01400" y="329237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377613" y="348287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440734"/>
            <a:ext cx="38100" cy="1304925"/>
          </a:xfrm>
          <a:custGeom>
            <a:avLst/>
            <a:gdLst/>
            <a:ahLst/>
            <a:cxnLst/>
            <a:rect l="l" t="t" r="r" b="b"/>
            <a:pathLst>
              <a:path w="38100" h="1304925">
                <a:moveTo>
                  <a:pt x="0" y="0"/>
                </a:moveTo>
                <a:lnTo>
                  <a:pt x="38100" y="0"/>
                </a:lnTo>
                <a:lnTo>
                  <a:pt x="38100" y="1304925"/>
                </a:lnTo>
                <a:lnTo>
                  <a:pt x="0" y="1304925"/>
                </a:lnTo>
                <a:lnTo>
                  <a:pt x="0" y="0"/>
                </a:ln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463649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20" name="Text 18"/>
          <p:cNvSpPr/>
          <p:nvPr/>
        </p:nvSpPr>
        <p:spPr>
          <a:xfrm>
            <a:off x="823218" y="4903193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4731743"/>
            <a:ext cx="942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社交互动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5188943"/>
            <a:ext cx="935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连接有趣灵魂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201400" y="478889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8A99A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91900" y="497939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25" name="Shape 23"/>
          <p:cNvSpPr/>
          <p:nvPr/>
        </p:nvSpPr>
        <p:spPr>
          <a:xfrm>
            <a:off x="381000" y="59785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B8A99A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8150" y="6229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27" name="Text 25"/>
          <p:cNvSpPr/>
          <p:nvPr/>
        </p:nvSpPr>
        <p:spPr>
          <a:xfrm>
            <a:off x="781050" y="62103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微信小程序功能演示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53118" y="6229350"/>
            <a:ext cx="438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8A9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cc.alicdn.com/443b328b1990a1b7b7ed67be4fcfa6ffcfeeb066.png"/>
          <p:cNvPicPr>
            <a:picLocks noChangeAspect="1"/>
          </p:cNvPicPr>
          <p:nvPr/>
        </p:nvPicPr>
        <p:blipFill>
          <a:blip r:embed="rId3"/>
          <a:srcRect t="23163" b="2316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C58">
                  <a:alpha val="95000"/>
                </a:srgbClr>
              </a:gs>
              <a:gs pos="50000">
                <a:srgbClr val="4A5C58">
                  <a:alpha val="85000"/>
                </a:srgbClr>
              </a:gs>
              <a:gs pos="100000">
                <a:srgbClr val="4A5C58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962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5" name="Text 2"/>
          <p:cNvSpPr/>
          <p:nvPr/>
        </p:nvSpPr>
        <p:spPr>
          <a:xfrm>
            <a:off x="591245" y="217170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621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95275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校园导航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719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探索每一个角落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85775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8C88-CD25-D32F-260F-858A34FA0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43C422-FEA5-526A-2C84-616BDD1DD69C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Smart Navigation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258D16-9576-4259-02B1-BB4142BFB850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界面设计</a:t>
            </a: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 · </a:t>
            </a: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布局简洁</a:t>
            </a:r>
            <a:endParaRPr lang="en-US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6C7E979-2975-A5DE-4916-8E1902909419}"/>
              </a:ext>
            </a:extLst>
          </p:cNvPr>
          <p:cNvSpPr/>
          <p:nvPr/>
        </p:nvSpPr>
        <p:spPr>
          <a:xfrm>
            <a:off x="5181600" y="1257300"/>
            <a:ext cx="6629400" cy="1333500"/>
          </a:xfrm>
          <a:custGeom>
            <a:avLst/>
            <a:gdLst/>
            <a:ahLst/>
            <a:cxnLst/>
            <a:rect l="l" t="t" r="r" b="b"/>
            <a:pathLst>
              <a:path w="6629400" h="1333500">
                <a:moveTo>
                  <a:pt x="114294" y="0"/>
                </a:moveTo>
                <a:lnTo>
                  <a:pt x="6515106" y="0"/>
                </a:lnTo>
                <a:cubicBezTo>
                  <a:pt x="6578186" y="0"/>
                  <a:pt x="6629400" y="51214"/>
                  <a:pt x="6629400" y="114294"/>
                </a:cubicBezTo>
                <a:lnTo>
                  <a:pt x="6629400" y="1219206"/>
                </a:lnTo>
                <a:cubicBezTo>
                  <a:pt x="6629400" y="1282286"/>
                  <a:pt x="6578186" y="1333500"/>
                  <a:pt x="65151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0FE3059-B972-3586-D708-64C62C3B64E7}"/>
              </a:ext>
            </a:extLst>
          </p:cNvPr>
          <p:cNvSpPr/>
          <p:nvPr/>
        </p:nvSpPr>
        <p:spPr>
          <a:xfrm>
            <a:off x="53721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931E052-E8BA-6FE9-7B24-2AACDE2FDD59}"/>
              </a:ext>
            </a:extLst>
          </p:cNvPr>
          <p:cNvSpPr/>
          <p:nvPr/>
        </p:nvSpPr>
        <p:spPr>
          <a:xfrm>
            <a:off x="55054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D640AFB-F51C-C926-6C09-A132633ECE5B}"/>
              </a:ext>
            </a:extLst>
          </p:cNvPr>
          <p:cNvSpPr/>
          <p:nvPr/>
        </p:nvSpPr>
        <p:spPr>
          <a:xfrm>
            <a:off x="5981700" y="144780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</a:t>
            </a: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D0A58F-8B9F-9F71-B7BC-E344E6F3A445}"/>
              </a:ext>
            </a:extLst>
          </p:cNvPr>
          <p:cNvSpPr/>
          <p:nvPr/>
        </p:nvSpPr>
        <p:spPr>
          <a:xfrm>
            <a:off x="5981700" y="17907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uView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组件，搜索框。</a:t>
            </a:r>
            <a:endParaRPr lang="en-US" altLang="zh-CN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FBE6182-E894-AE28-B6A2-01B9B1540789}"/>
              </a:ext>
            </a:extLst>
          </p:cNvPr>
          <p:cNvSpPr/>
          <p:nvPr/>
        </p:nvSpPr>
        <p:spPr>
          <a:xfrm>
            <a:off x="5181600" y="2743200"/>
            <a:ext cx="6629400" cy="1581150"/>
          </a:xfrm>
          <a:custGeom>
            <a:avLst/>
            <a:gdLst/>
            <a:ahLst/>
            <a:cxnLst/>
            <a:rect l="l" t="t" r="r" b="b"/>
            <a:pathLst>
              <a:path w="6629400" h="1581150">
                <a:moveTo>
                  <a:pt x="114301" y="0"/>
                </a:moveTo>
                <a:lnTo>
                  <a:pt x="6515099" y="0"/>
                </a:lnTo>
                <a:cubicBezTo>
                  <a:pt x="6578226" y="0"/>
                  <a:pt x="6629400" y="51174"/>
                  <a:pt x="6629400" y="114301"/>
                </a:cubicBezTo>
                <a:lnTo>
                  <a:pt x="6629400" y="1466849"/>
                </a:lnTo>
                <a:cubicBezTo>
                  <a:pt x="6629400" y="1529976"/>
                  <a:pt x="6578226" y="1581150"/>
                  <a:pt x="6515099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DC7D463-73D5-4F7E-D531-C8DC4A77010F}"/>
              </a:ext>
            </a:extLst>
          </p:cNvPr>
          <p:cNvSpPr/>
          <p:nvPr/>
        </p:nvSpPr>
        <p:spPr>
          <a:xfrm>
            <a:off x="53721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58">
              <a:alpha val="20000"/>
            </a:srgbClr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9A5DCFB-B036-AAF7-B199-098386F131DA}"/>
              </a:ext>
            </a:extLst>
          </p:cNvPr>
          <p:cNvSpPr/>
          <p:nvPr/>
        </p:nvSpPr>
        <p:spPr>
          <a:xfrm>
            <a:off x="5505450" y="3067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7812" y="28091"/>
                </a:moveTo>
                <a:cubicBezTo>
                  <a:pt x="179487" y="23701"/>
                  <a:pt x="178445" y="18715"/>
                  <a:pt x="175133" y="15404"/>
                </a:cubicBezTo>
                <a:cubicBezTo>
                  <a:pt x="171822" y="12092"/>
                  <a:pt x="166836" y="11013"/>
                  <a:pt x="162446" y="12725"/>
                </a:cubicBezTo>
                <a:lnTo>
                  <a:pt x="7665" y="72256"/>
                </a:lnTo>
                <a:cubicBezTo>
                  <a:pt x="2939" y="74042"/>
                  <a:pt x="-112" y="78581"/>
                  <a:pt x="0" y="83604"/>
                </a:cubicBezTo>
                <a:cubicBezTo>
                  <a:pt x="112" y="88627"/>
                  <a:pt x="3386" y="93055"/>
                  <a:pt x="8148" y="94617"/>
                </a:cubicBezTo>
                <a:lnTo>
                  <a:pt x="73930" y="116532"/>
                </a:lnTo>
                <a:lnTo>
                  <a:pt x="95845" y="182314"/>
                </a:lnTo>
                <a:cubicBezTo>
                  <a:pt x="97445" y="187077"/>
                  <a:pt x="101836" y="190351"/>
                  <a:pt x="106859" y="190463"/>
                </a:cubicBezTo>
                <a:cubicBezTo>
                  <a:pt x="111882" y="190574"/>
                  <a:pt x="116421" y="187523"/>
                  <a:pt x="118244" y="182835"/>
                </a:cubicBezTo>
                <a:lnTo>
                  <a:pt x="177775" y="28054"/>
                </a:ln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A2C2347-02FC-7920-E7B8-37EFA69F1B24}"/>
              </a:ext>
            </a:extLst>
          </p:cNvPr>
          <p:cNvSpPr/>
          <p:nvPr/>
        </p:nvSpPr>
        <p:spPr>
          <a:xfrm>
            <a:off x="5981700" y="293370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Swiper</a:t>
            </a: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轮播图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0AC63BA-51ED-57FD-0536-4674D820C5A8}"/>
              </a:ext>
            </a:extLst>
          </p:cNvPr>
          <p:cNvSpPr/>
          <p:nvPr/>
        </p:nvSpPr>
        <p:spPr>
          <a:xfrm>
            <a:off x="5981700" y="3276600"/>
            <a:ext cx="5715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uView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swiper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组件，可以轮播校徽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校门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校图书馆等校园代表性图片。</a:t>
            </a: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D38F0CB-BA33-1D64-0AC3-8C015D4C3DD4}"/>
              </a:ext>
            </a:extLst>
          </p:cNvPr>
          <p:cNvSpPr/>
          <p:nvPr/>
        </p:nvSpPr>
        <p:spPr>
          <a:xfrm>
            <a:off x="5181600" y="4476750"/>
            <a:ext cx="6629400" cy="1333500"/>
          </a:xfrm>
          <a:custGeom>
            <a:avLst/>
            <a:gdLst/>
            <a:ahLst/>
            <a:cxnLst/>
            <a:rect l="l" t="t" r="r" b="b"/>
            <a:pathLst>
              <a:path w="6629400" h="1333500">
                <a:moveTo>
                  <a:pt x="114294" y="0"/>
                </a:moveTo>
                <a:lnTo>
                  <a:pt x="6515106" y="0"/>
                </a:lnTo>
                <a:cubicBezTo>
                  <a:pt x="6578186" y="0"/>
                  <a:pt x="6629400" y="51214"/>
                  <a:pt x="6629400" y="114294"/>
                </a:cubicBezTo>
                <a:lnTo>
                  <a:pt x="6629400" y="1219206"/>
                </a:lnTo>
                <a:cubicBezTo>
                  <a:pt x="6629400" y="1282286"/>
                  <a:pt x="6578186" y="1333500"/>
                  <a:pt x="65151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59B9FFE-BB32-3FF3-CC3C-0B666C00E25B}"/>
              </a:ext>
            </a:extLst>
          </p:cNvPr>
          <p:cNvSpPr/>
          <p:nvPr/>
        </p:nvSpPr>
        <p:spPr>
          <a:xfrm>
            <a:off x="5372100" y="4667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A99A">
              <a:alpha val="20000"/>
            </a:srgbClr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BBAFF81-3794-76F8-1E1D-D1AE5AE99B5E}"/>
              </a:ext>
            </a:extLst>
          </p:cNvPr>
          <p:cNvSpPr/>
          <p:nvPr/>
        </p:nvSpPr>
        <p:spPr>
          <a:xfrm>
            <a:off x="5505450" y="4800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8C1C176-F1B1-F6FF-EE01-C8CDDA56E0C6}"/>
              </a:ext>
            </a:extLst>
          </p:cNvPr>
          <p:cNvSpPr/>
          <p:nvPr/>
        </p:nvSpPr>
        <p:spPr>
          <a:xfrm>
            <a:off x="5981700" y="466725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500" b="1" dirty="0" err="1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Noticebar</a:t>
            </a: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滚动通知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5DFB498-9DFA-7E6F-C028-892F4E9759A9}"/>
              </a:ext>
            </a:extLst>
          </p:cNvPr>
          <p:cNvSpPr/>
          <p:nvPr/>
        </p:nvSpPr>
        <p:spPr>
          <a:xfrm>
            <a:off x="5981700" y="501015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uView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noticebar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组件，可以滚动通知重要公告。</a:t>
            </a: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FFA5AC7-4533-0F5B-CF33-1D6949E5D33C}"/>
              </a:ext>
            </a:extLst>
          </p:cNvPr>
          <p:cNvSpPr/>
          <p:nvPr/>
        </p:nvSpPr>
        <p:spPr>
          <a:xfrm>
            <a:off x="5181600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C78617E-D628-3E03-2F22-9D7AFC990163}"/>
              </a:ext>
            </a:extLst>
          </p:cNvPr>
          <p:cNvSpPr/>
          <p:nvPr/>
        </p:nvSpPr>
        <p:spPr>
          <a:xfrm>
            <a:off x="5238750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2.5km</a:t>
            </a: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41FE716-5F25-08D7-7BA0-0453AC91CB7C}"/>
              </a:ext>
            </a:extLst>
          </p:cNvPr>
          <p:cNvSpPr/>
          <p:nvPr/>
        </p:nvSpPr>
        <p:spPr>
          <a:xfrm>
            <a:off x="5262563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校园覆盖</a:t>
            </a: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49B7726-81D2-654D-7CC1-A71CC50727E9}"/>
              </a:ext>
            </a:extLst>
          </p:cNvPr>
          <p:cNvSpPr/>
          <p:nvPr/>
        </p:nvSpPr>
        <p:spPr>
          <a:xfrm>
            <a:off x="6867525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6C10229-A847-C895-553C-BE1E522EB4E1}"/>
              </a:ext>
            </a:extLst>
          </p:cNvPr>
          <p:cNvSpPr/>
          <p:nvPr/>
        </p:nvSpPr>
        <p:spPr>
          <a:xfrm>
            <a:off x="6924675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200+</a:t>
            </a:r>
            <a:endParaRPr lang="en-US" sz="16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FA5F46C-B05A-089E-C53C-7F1AECA9F3FE}"/>
              </a:ext>
            </a:extLst>
          </p:cNvPr>
          <p:cNvSpPr/>
          <p:nvPr/>
        </p:nvSpPr>
        <p:spPr>
          <a:xfrm>
            <a:off x="6948488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POI兴趣点</a:t>
            </a:r>
            <a:endParaRPr lang="en-US" sz="16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5027E5B5-85EF-E3F8-7746-8B83376CC811}"/>
              </a:ext>
            </a:extLst>
          </p:cNvPr>
          <p:cNvSpPr/>
          <p:nvPr/>
        </p:nvSpPr>
        <p:spPr>
          <a:xfrm>
            <a:off x="8553450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A99A">
              <a:alpha val="10196"/>
            </a:srgbClr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511736F-3C42-B38B-5A81-1AA0A971F411}"/>
              </a:ext>
            </a:extLst>
          </p:cNvPr>
          <p:cNvSpPr/>
          <p:nvPr/>
        </p:nvSpPr>
        <p:spPr>
          <a:xfrm>
            <a:off x="8610600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A99A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3s</a:t>
            </a:r>
            <a:endParaRPr lang="en-US" sz="16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027A5DC-1505-0917-2698-CBAE1B7582B6}"/>
              </a:ext>
            </a:extLst>
          </p:cNvPr>
          <p:cNvSpPr/>
          <p:nvPr/>
        </p:nvSpPr>
        <p:spPr>
          <a:xfrm>
            <a:off x="8634413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平均响应</a:t>
            </a:r>
            <a:endParaRPr lang="en-US" sz="16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FD1656F-6A70-1EE7-3BB9-96090C53E0CB}"/>
              </a:ext>
            </a:extLst>
          </p:cNvPr>
          <p:cNvSpPr/>
          <p:nvPr/>
        </p:nvSpPr>
        <p:spPr>
          <a:xfrm>
            <a:off x="10239375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ACEA272-3C7F-CDEE-E2E8-9886F3BECDFF}"/>
              </a:ext>
            </a:extLst>
          </p:cNvPr>
          <p:cNvSpPr/>
          <p:nvPr/>
        </p:nvSpPr>
        <p:spPr>
          <a:xfrm>
            <a:off x="10296525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24h</a:t>
            </a:r>
            <a:endParaRPr lang="en-US" sz="1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720F9E5A-8983-5132-FCB7-CDC7277B50B6}"/>
              </a:ext>
            </a:extLst>
          </p:cNvPr>
          <p:cNvSpPr/>
          <p:nvPr/>
        </p:nvSpPr>
        <p:spPr>
          <a:xfrm>
            <a:off x="10320338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全天候服务</a:t>
            </a:r>
            <a:endParaRPr lang="en-US" sz="16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C1E3BB3-4373-96AF-3FAF-D3FA8119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66039"/>
            <a:ext cx="1946560" cy="4102751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6872CAA-D489-6707-190F-0323077CE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492" y="1329381"/>
            <a:ext cx="1946560" cy="417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053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F547B-63D5-CA50-B753-84CFE435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CAF1DE-7FF7-8F09-A0A4-737E043B1E16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Smart Navigation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06427C-28AB-4F90-0073-B01B417FBB87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界面设计</a:t>
            </a: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 · </a:t>
            </a: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布局简洁</a:t>
            </a:r>
            <a:endParaRPr lang="en-US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AFBA909-5A18-D872-E23F-1E1BE2F4F07D}"/>
              </a:ext>
            </a:extLst>
          </p:cNvPr>
          <p:cNvSpPr/>
          <p:nvPr/>
        </p:nvSpPr>
        <p:spPr>
          <a:xfrm>
            <a:off x="5181600" y="1257300"/>
            <a:ext cx="6629400" cy="1333500"/>
          </a:xfrm>
          <a:custGeom>
            <a:avLst/>
            <a:gdLst/>
            <a:ahLst/>
            <a:cxnLst/>
            <a:rect l="l" t="t" r="r" b="b"/>
            <a:pathLst>
              <a:path w="6629400" h="1333500">
                <a:moveTo>
                  <a:pt x="114294" y="0"/>
                </a:moveTo>
                <a:lnTo>
                  <a:pt x="6515106" y="0"/>
                </a:lnTo>
                <a:cubicBezTo>
                  <a:pt x="6578186" y="0"/>
                  <a:pt x="6629400" y="51214"/>
                  <a:pt x="6629400" y="114294"/>
                </a:cubicBezTo>
                <a:lnTo>
                  <a:pt x="6629400" y="1219206"/>
                </a:lnTo>
                <a:cubicBezTo>
                  <a:pt x="6629400" y="1282286"/>
                  <a:pt x="6578186" y="1333500"/>
                  <a:pt x="65151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BAC1065-20B0-C8AB-34DA-F360D91A0D2C}"/>
              </a:ext>
            </a:extLst>
          </p:cNvPr>
          <p:cNvSpPr/>
          <p:nvPr/>
        </p:nvSpPr>
        <p:spPr>
          <a:xfrm>
            <a:off x="53721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08237E9-8BC9-DDEC-078D-19CD71AA84C4}"/>
              </a:ext>
            </a:extLst>
          </p:cNvPr>
          <p:cNvSpPr/>
          <p:nvPr/>
        </p:nvSpPr>
        <p:spPr>
          <a:xfrm>
            <a:off x="55054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0701357-5EAF-4063-715A-5F7549D5C19A}"/>
              </a:ext>
            </a:extLst>
          </p:cNvPr>
          <p:cNvSpPr/>
          <p:nvPr/>
        </p:nvSpPr>
        <p:spPr>
          <a:xfrm>
            <a:off x="5981700" y="144780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Waterfall</a:t>
            </a: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瀑布流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FADC69-9AFD-AB2F-ACE3-28312D6C5A32}"/>
              </a:ext>
            </a:extLst>
          </p:cNvPr>
          <p:cNvSpPr/>
          <p:nvPr/>
        </p:nvSpPr>
        <p:spPr>
          <a:xfrm>
            <a:off x="5981700" y="17907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uView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waterfall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组件，实现组件化。</a:t>
            </a:r>
            <a:endParaRPr lang="en-US" altLang="zh-CN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4831CD8-6E79-3542-F31D-9C705CA6ACC0}"/>
              </a:ext>
            </a:extLst>
          </p:cNvPr>
          <p:cNvSpPr/>
          <p:nvPr/>
        </p:nvSpPr>
        <p:spPr>
          <a:xfrm>
            <a:off x="5181600" y="2743200"/>
            <a:ext cx="6629400" cy="1581150"/>
          </a:xfrm>
          <a:custGeom>
            <a:avLst/>
            <a:gdLst/>
            <a:ahLst/>
            <a:cxnLst/>
            <a:rect l="l" t="t" r="r" b="b"/>
            <a:pathLst>
              <a:path w="6629400" h="1581150">
                <a:moveTo>
                  <a:pt x="114301" y="0"/>
                </a:moveTo>
                <a:lnTo>
                  <a:pt x="6515099" y="0"/>
                </a:lnTo>
                <a:cubicBezTo>
                  <a:pt x="6578226" y="0"/>
                  <a:pt x="6629400" y="51174"/>
                  <a:pt x="6629400" y="114301"/>
                </a:cubicBezTo>
                <a:lnTo>
                  <a:pt x="6629400" y="1466849"/>
                </a:lnTo>
                <a:cubicBezTo>
                  <a:pt x="6629400" y="1529976"/>
                  <a:pt x="6578226" y="1581150"/>
                  <a:pt x="6515099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7C63A56-06E5-48D0-4F5A-C6192C4F8A37}"/>
              </a:ext>
            </a:extLst>
          </p:cNvPr>
          <p:cNvSpPr/>
          <p:nvPr/>
        </p:nvSpPr>
        <p:spPr>
          <a:xfrm>
            <a:off x="53721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58">
              <a:alpha val="20000"/>
            </a:srgbClr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6B295C1-7936-A31E-0840-ED2DA02EE402}"/>
              </a:ext>
            </a:extLst>
          </p:cNvPr>
          <p:cNvSpPr/>
          <p:nvPr/>
        </p:nvSpPr>
        <p:spPr>
          <a:xfrm>
            <a:off x="5505450" y="3067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7812" y="28091"/>
                </a:moveTo>
                <a:cubicBezTo>
                  <a:pt x="179487" y="23701"/>
                  <a:pt x="178445" y="18715"/>
                  <a:pt x="175133" y="15404"/>
                </a:cubicBezTo>
                <a:cubicBezTo>
                  <a:pt x="171822" y="12092"/>
                  <a:pt x="166836" y="11013"/>
                  <a:pt x="162446" y="12725"/>
                </a:cubicBezTo>
                <a:lnTo>
                  <a:pt x="7665" y="72256"/>
                </a:lnTo>
                <a:cubicBezTo>
                  <a:pt x="2939" y="74042"/>
                  <a:pt x="-112" y="78581"/>
                  <a:pt x="0" y="83604"/>
                </a:cubicBezTo>
                <a:cubicBezTo>
                  <a:pt x="112" y="88627"/>
                  <a:pt x="3386" y="93055"/>
                  <a:pt x="8148" y="94617"/>
                </a:cubicBezTo>
                <a:lnTo>
                  <a:pt x="73930" y="116532"/>
                </a:lnTo>
                <a:lnTo>
                  <a:pt x="95845" y="182314"/>
                </a:lnTo>
                <a:cubicBezTo>
                  <a:pt x="97445" y="187077"/>
                  <a:pt x="101836" y="190351"/>
                  <a:pt x="106859" y="190463"/>
                </a:cubicBezTo>
                <a:cubicBezTo>
                  <a:pt x="111882" y="190574"/>
                  <a:pt x="116421" y="187523"/>
                  <a:pt x="118244" y="182835"/>
                </a:cubicBezTo>
                <a:lnTo>
                  <a:pt x="177775" y="28054"/>
                </a:ln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AC0E6B9-912D-49CD-5B3A-CD911A530EE0}"/>
              </a:ext>
            </a:extLst>
          </p:cNvPr>
          <p:cNvSpPr/>
          <p:nvPr/>
        </p:nvSpPr>
        <p:spPr>
          <a:xfrm>
            <a:off x="5981700" y="293370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500" b="1" dirty="0" err="1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LazyLoad</a:t>
            </a: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懒加载</a:t>
            </a:r>
            <a:endParaRPr lang="en-US" sz="1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104F498-46D5-89F9-4269-87AD489331A4}"/>
              </a:ext>
            </a:extLst>
          </p:cNvPr>
          <p:cNvSpPr/>
          <p:nvPr/>
        </p:nvSpPr>
        <p:spPr>
          <a:xfrm>
            <a:off x="5981700" y="3276600"/>
            <a:ext cx="5715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uView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</a:t>
            </a:r>
            <a:r>
              <a:rPr lang="en-US" altLang="zh-CN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LazyLoad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组件，预加载提升网页性能。</a:t>
            </a:r>
            <a:endParaRPr lang="en-US" sz="16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E7C9C6A-160B-498B-B794-E977B8FB06C8}"/>
              </a:ext>
            </a:extLst>
          </p:cNvPr>
          <p:cNvSpPr/>
          <p:nvPr/>
        </p:nvSpPr>
        <p:spPr>
          <a:xfrm>
            <a:off x="5181600" y="4476750"/>
            <a:ext cx="6629400" cy="1333500"/>
          </a:xfrm>
          <a:custGeom>
            <a:avLst/>
            <a:gdLst/>
            <a:ahLst/>
            <a:cxnLst/>
            <a:rect l="l" t="t" r="r" b="b"/>
            <a:pathLst>
              <a:path w="6629400" h="1333500">
                <a:moveTo>
                  <a:pt x="114294" y="0"/>
                </a:moveTo>
                <a:lnTo>
                  <a:pt x="6515106" y="0"/>
                </a:lnTo>
                <a:cubicBezTo>
                  <a:pt x="6578186" y="0"/>
                  <a:pt x="6629400" y="51214"/>
                  <a:pt x="6629400" y="114294"/>
                </a:cubicBezTo>
                <a:lnTo>
                  <a:pt x="6629400" y="1219206"/>
                </a:lnTo>
                <a:cubicBezTo>
                  <a:pt x="6629400" y="1282286"/>
                  <a:pt x="6578186" y="1333500"/>
                  <a:pt x="65151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752BFF6-21A5-D33B-B0CA-8C63F4C8BFF5}"/>
              </a:ext>
            </a:extLst>
          </p:cNvPr>
          <p:cNvSpPr/>
          <p:nvPr/>
        </p:nvSpPr>
        <p:spPr>
          <a:xfrm>
            <a:off x="5372100" y="4667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A99A">
              <a:alpha val="20000"/>
            </a:srgbClr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DAD6AA2-23D4-D3FF-BE7A-5436FA61EF9A}"/>
              </a:ext>
            </a:extLst>
          </p:cNvPr>
          <p:cNvSpPr/>
          <p:nvPr/>
        </p:nvSpPr>
        <p:spPr>
          <a:xfrm>
            <a:off x="5505450" y="4800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96DFBBD-1F8F-9A80-527A-7912BC307B27}"/>
              </a:ext>
            </a:extLst>
          </p:cNvPr>
          <p:cNvSpPr/>
          <p:nvPr/>
        </p:nvSpPr>
        <p:spPr>
          <a:xfrm>
            <a:off x="5981700" y="466725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置顶功能</a:t>
            </a:r>
            <a:endParaRPr lang="en-US" sz="1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306C61A-45EA-E61F-7571-4173A34A53B6}"/>
              </a:ext>
            </a:extLst>
          </p:cNvPr>
          <p:cNvSpPr/>
          <p:nvPr/>
        </p:nvSpPr>
        <p:spPr>
          <a:xfrm>
            <a:off x="5981700" y="501015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滑动页面时需要返回顶部时点击图标返回顶部。</a:t>
            </a:r>
            <a:endParaRPr lang="en-US" sz="16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20A389F-49EC-90CA-7BDC-C9E577FECB17}"/>
              </a:ext>
            </a:extLst>
          </p:cNvPr>
          <p:cNvSpPr/>
          <p:nvPr/>
        </p:nvSpPr>
        <p:spPr>
          <a:xfrm>
            <a:off x="5181600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2FEFDCB-93A4-98C3-9383-1548A6CE2FAD}"/>
              </a:ext>
            </a:extLst>
          </p:cNvPr>
          <p:cNvSpPr/>
          <p:nvPr/>
        </p:nvSpPr>
        <p:spPr>
          <a:xfrm>
            <a:off x="5238750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2.5km</a:t>
            </a: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7F5A823-A577-D32E-C0B4-0C13830B944F}"/>
              </a:ext>
            </a:extLst>
          </p:cNvPr>
          <p:cNvSpPr/>
          <p:nvPr/>
        </p:nvSpPr>
        <p:spPr>
          <a:xfrm>
            <a:off x="5262563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校园覆盖</a:t>
            </a:r>
            <a:endParaRPr lang="en-US" sz="16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FD54238-D00F-6C08-48BF-4DD06C34030D}"/>
              </a:ext>
            </a:extLst>
          </p:cNvPr>
          <p:cNvSpPr/>
          <p:nvPr/>
        </p:nvSpPr>
        <p:spPr>
          <a:xfrm>
            <a:off x="6867525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D4E14FE-6E5A-C104-6A1C-50371C17C4C5}"/>
              </a:ext>
            </a:extLst>
          </p:cNvPr>
          <p:cNvSpPr/>
          <p:nvPr/>
        </p:nvSpPr>
        <p:spPr>
          <a:xfrm>
            <a:off x="6924675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200+</a:t>
            </a:r>
            <a:endParaRPr lang="en-US" sz="16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5A0525B-4850-0F3D-EC16-2D479EF1BAA5}"/>
              </a:ext>
            </a:extLst>
          </p:cNvPr>
          <p:cNvSpPr/>
          <p:nvPr/>
        </p:nvSpPr>
        <p:spPr>
          <a:xfrm>
            <a:off x="6948488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POI兴趣点</a:t>
            </a:r>
            <a:endParaRPr lang="en-US" sz="16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4A9D1A3-E356-BB4A-5AB7-02727A9F6E9A}"/>
              </a:ext>
            </a:extLst>
          </p:cNvPr>
          <p:cNvSpPr/>
          <p:nvPr/>
        </p:nvSpPr>
        <p:spPr>
          <a:xfrm>
            <a:off x="8553450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A99A">
              <a:alpha val="10196"/>
            </a:srgbClr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5E6DBC5-AB49-05FA-EDFB-FD05B7B77956}"/>
              </a:ext>
            </a:extLst>
          </p:cNvPr>
          <p:cNvSpPr/>
          <p:nvPr/>
        </p:nvSpPr>
        <p:spPr>
          <a:xfrm>
            <a:off x="8610600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A99A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3s</a:t>
            </a:r>
            <a:endParaRPr lang="en-US" sz="16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B0D2253-D5C8-3C7B-8426-F47CA218BEBA}"/>
              </a:ext>
            </a:extLst>
          </p:cNvPr>
          <p:cNvSpPr/>
          <p:nvPr/>
        </p:nvSpPr>
        <p:spPr>
          <a:xfrm>
            <a:off x="8634413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平均响应</a:t>
            </a:r>
            <a:endParaRPr lang="en-US" sz="16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94538CCE-40C9-4578-E113-76A0929EE328}"/>
              </a:ext>
            </a:extLst>
          </p:cNvPr>
          <p:cNvSpPr/>
          <p:nvPr/>
        </p:nvSpPr>
        <p:spPr>
          <a:xfrm>
            <a:off x="10239375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EAC35B5-DAD0-D224-66A4-87648178F48C}"/>
              </a:ext>
            </a:extLst>
          </p:cNvPr>
          <p:cNvSpPr/>
          <p:nvPr/>
        </p:nvSpPr>
        <p:spPr>
          <a:xfrm>
            <a:off x="10296525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24h</a:t>
            </a:r>
            <a:endParaRPr lang="en-US" sz="1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50600D9F-A879-9F8F-B462-8CB37E5EF90C}"/>
              </a:ext>
            </a:extLst>
          </p:cNvPr>
          <p:cNvSpPr/>
          <p:nvPr/>
        </p:nvSpPr>
        <p:spPr>
          <a:xfrm>
            <a:off x="10320338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全天候服务</a:t>
            </a:r>
            <a:endParaRPr lang="en-US" sz="16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A8D9E79-4BC7-3EA9-5B0A-74F4B972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87" y="1165843"/>
            <a:ext cx="2530878" cy="534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774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Smart 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多种路线</a:t>
            </a: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 · 让校园触手可及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181600" y="1257300"/>
            <a:ext cx="6629400" cy="1333500"/>
          </a:xfrm>
          <a:custGeom>
            <a:avLst/>
            <a:gdLst/>
            <a:ahLst/>
            <a:cxnLst/>
            <a:rect l="l" t="t" r="r" b="b"/>
            <a:pathLst>
              <a:path w="6629400" h="1333500">
                <a:moveTo>
                  <a:pt x="114294" y="0"/>
                </a:moveTo>
                <a:lnTo>
                  <a:pt x="6515106" y="0"/>
                </a:lnTo>
                <a:cubicBezTo>
                  <a:pt x="6578186" y="0"/>
                  <a:pt x="6629400" y="51214"/>
                  <a:pt x="6629400" y="114294"/>
                </a:cubicBezTo>
                <a:lnTo>
                  <a:pt x="6629400" y="1219206"/>
                </a:lnTo>
                <a:cubicBezTo>
                  <a:pt x="6629400" y="1282286"/>
                  <a:pt x="6578186" y="1333500"/>
                  <a:pt x="65151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721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5054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17859"/>
                </a:moveTo>
                <a:cubicBezTo>
                  <a:pt x="190500" y="13729"/>
                  <a:pt x="188379" y="9897"/>
                  <a:pt x="184845" y="7739"/>
                </a:cubicBezTo>
                <a:cubicBezTo>
                  <a:pt x="181310" y="5581"/>
                  <a:pt x="176957" y="5358"/>
                  <a:pt x="173273" y="7218"/>
                </a:cubicBezTo>
                <a:lnTo>
                  <a:pt x="130039" y="28835"/>
                </a:lnTo>
                <a:lnTo>
                  <a:pt x="63289" y="6548"/>
                </a:lnTo>
                <a:cubicBezTo>
                  <a:pt x="60275" y="5544"/>
                  <a:pt x="57038" y="5767"/>
                  <a:pt x="54211" y="7181"/>
                </a:cubicBezTo>
                <a:lnTo>
                  <a:pt x="6586" y="30993"/>
                </a:lnTo>
                <a:cubicBezTo>
                  <a:pt x="2530" y="33040"/>
                  <a:pt x="0" y="37170"/>
                  <a:pt x="0" y="41672"/>
                </a:cubicBezTo>
                <a:lnTo>
                  <a:pt x="0" y="172641"/>
                </a:lnTo>
                <a:cubicBezTo>
                  <a:pt x="0" y="176771"/>
                  <a:pt x="2121" y="180603"/>
                  <a:pt x="5655" y="182761"/>
                </a:cubicBezTo>
                <a:cubicBezTo>
                  <a:pt x="9190" y="184919"/>
                  <a:pt x="13543" y="185142"/>
                  <a:pt x="17227" y="183282"/>
                </a:cubicBezTo>
                <a:lnTo>
                  <a:pt x="60424" y="161665"/>
                </a:lnTo>
                <a:lnTo>
                  <a:pt x="127174" y="183914"/>
                </a:lnTo>
                <a:cubicBezTo>
                  <a:pt x="130187" y="184919"/>
                  <a:pt x="133424" y="184696"/>
                  <a:pt x="136252" y="183282"/>
                </a:cubicBezTo>
                <a:lnTo>
                  <a:pt x="183877" y="159469"/>
                </a:lnTo>
                <a:cubicBezTo>
                  <a:pt x="187896" y="157460"/>
                  <a:pt x="190463" y="153330"/>
                  <a:pt x="190463" y="148828"/>
                </a:cubicBezTo>
                <a:lnTo>
                  <a:pt x="190463" y="17859"/>
                </a:lnTo>
                <a:close/>
                <a:moveTo>
                  <a:pt x="71438" y="140233"/>
                </a:moveTo>
                <a:lnTo>
                  <a:pt x="71438" y="34379"/>
                </a:lnTo>
                <a:lnTo>
                  <a:pt x="119063" y="50267"/>
                </a:lnTo>
                <a:lnTo>
                  <a:pt x="119063" y="156121"/>
                </a:lnTo>
                <a:lnTo>
                  <a:pt x="71438" y="140233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8" name="Text 5"/>
          <p:cNvSpPr/>
          <p:nvPr/>
        </p:nvSpPr>
        <p:spPr>
          <a:xfrm>
            <a:off x="5981700" y="144780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手绘地图与实景结合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1700" y="179070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采用符合校园风格的手绘地图设计，结合实景照片，全方位展现校园景观。教学楼、图书馆、宿舍、食堂等关键地点清晰标注，让新生和访客一目了然。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81600" y="2743200"/>
            <a:ext cx="6629400" cy="1581150"/>
          </a:xfrm>
          <a:custGeom>
            <a:avLst/>
            <a:gdLst/>
            <a:ahLst/>
            <a:cxnLst/>
            <a:rect l="l" t="t" r="r" b="b"/>
            <a:pathLst>
              <a:path w="6629400" h="1581150">
                <a:moveTo>
                  <a:pt x="114301" y="0"/>
                </a:moveTo>
                <a:lnTo>
                  <a:pt x="6515099" y="0"/>
                </a:lnTo>
                <a:cubicBezTo>
                  <a:pt x="6578226" y="0"/>
                  <a:pt x="6629400" y="51174"/>
                  <a:pt x="6629400" y="114301"/>
                </a:cubicBezTo>
                <a:lnTo>
                  <a:pt x="6629400" y="1466849"/>
                </a:lnTo>
                <a:cubicBezTo>
                  <a:pt x="6629400" y="1529976"/>
                  <a:pt x="6578226" y="1581150"/>
                  <a:pt x="6515099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72100" y="2933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58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505450" y="3067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7812" y="28091"/>
                </a:moveTo>
                <a:cubicBezTo>
                  <a:pt x="179487" y="23701"/>
                  <a:pt x="178445" y="18715"/>
                  <a:pt x="175133" y="15404"/>
                </a:cubicBezTo>
                <a:cubicBezTo>
                  <a:pt x="171822" y="12092"/>
                  <a:pt x="166836" y="11013"/>
                  <a:pt x="162446" y="12725"/>
                </a:cubicBezTo>
                <a:lnTo>
                  <a:pt x="7665" y="72256"/>
                </a:lnTo>
                <a:cubicBezTo>
                  <a:pt x="2939" y="74042"/>
                  <a:pt x="-112" y="78581"/>
                  <a:pt x="0" y="83604"/>
                </a:cubicBezTo>
                <a:cubicBezTo>
                  <a:pt x="112" y="88627"/>
                  <a:pt x="3386" y="93055"/>
                  <a:pt x="8148" y="94617"/>
                </a:cubicBezTo>
                <a:lnTo>
                  <a:pt x="73930" y="116532"/>
                </a:lnTo>
                <a:lnTo>
                  <a:pt x="95845" y="182314"/>
                </a:lnTo>
                <a:cubicBezTo>
                  <a:pt x="97445" y="187077"/>
                  <a:pt x="101836" y="190351"/>
                  <a:pt x="106859" y="190463"/>
                </a:cubicBezTo>
                <a:cubicBezTo>
                  <a:pt x="111882" y="190574"/>
                  <a:pt x="116421" y="187523"/>
                  <a:pt x="118244" y="182835"/>
                </a:cubicBezTo>
                <a:lnTo>
                  <a:pt x="177775" y="28054"/>
                </a:ln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3" name="Text 10"/>
          <p:cNvSpPr/>
          <p:nvPr/>
        </p:nvSpPr>
        <p:spPr>
          <a:xfrm>
            <a:off x="5981700" y="293370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三种路线精准定位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81700" y="3276600"/>
            <a:ext cx="5715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以图书馆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北门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西南门为起点， </a:t>
            </a:r>
            <a:r>
              <a:rPr lang="en-US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无论你身在校园何处</a:t>
            </a:r>
            <a:r>
              <a:rPr 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 </a:t>
            </a:r>
            <a:r>
              <a:rPr lang="en-US" sz="120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都能快速找到目的地</a:t>
            </a:r>
            <a:r>
              <a:rPr 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81600" y="4476750"/>
            <a:ext cx="6629400" cy="1333500"/>
          </a:xfrm>
          <a:custGeom>
            <a:avLst/>
            <a:gdLst/>
            <a:ahLst/>
            <a:cxnLst/>
            <a:rect l="l" t="t" r="r" b="b"/>
            <a:pathLst>
              <a:path w="6629400" h="1333500">
                <a:moveTo>
                  <a:pt x="114294" y="0"/>
                </a:moveTo>
                <a:lnTo>
                  <a:pt x="6515106" y="0"/>
                </a:lnTo>
                <a:cubicBezTo>
                  <a:pt x="6578186" y="0"/>
                  <a:pt x="6629400" y="51214"/>
                  <a:pt x="6629400" y="114294"/>
                </a:cubicBezTo>
                <a:lnTo>
                  <a:pt x="6629400" y="1219206"/>
                </a:lnTo>
                <a:cubicBezTo>
                  <a:pt x="6629400" y="1282286"/>
                  <a:pt x="6578186" y="1333500"/>
                  <a:pt x="6515106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72100" y="4667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A99A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505450" y="4800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18" name="Text 15"/>
          <p:cNvSpPr/>
          <p:nvPr/>
        </p:nvSpPr>
        <p:spPr>
          <a:xfrm>
            <a:off x="5981700" y="4667250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建筑介绍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81700" y="5010150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目的地简介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校园建筑功能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使用详情</a:t>
            </a:r>
            <a:r>
              <a:rPr lang="en-US" altLang="zh-CN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开放时间等多种信息，方便迅速了解校园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81600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238750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2.5km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62563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校园覆盖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867525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924675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200+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48488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POI兴趣点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53450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A99A">
              <a:alpha val="1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610600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A99A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3s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34413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平均响应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239375" y="5962650"/>
            <a:ext cx="1571625" cy="762000"/>
          </a:xfrm>
          <a:custGeom>
            <a:avLst/>
            <a:gdLst/>
            <a:ahLst/>
            <a:cxnLst/>
            <a:rect l="l" t="t" r="r" b="b"/>
            <a:pathLst>
              <a:path w="1571625" h="762000">
                <a:moveTo>
                  <a:pt x="76200" y="0"/>
                </a:moveTo>
                <a:lnTo>
                  <a:pt x="1495425" y="0"/>
                </a:lnTo>
                <a:cubicBezTo>
                  <a:pt x="1537481" y="0"/>
                  <a:pt x="1571625" y="34144"/>
                  <a:pt x="1571625" y="76200"/>
                </a:cubicBezTo>
                <a:lnTo>
                  <a:pt x="1571625" y="685800"/>
                </a:lnTo>
                <a:cubicBezTo>
                  <a:pt x="1571625" y="727856"/>
                  <a:pt x="1537481" y="762000"/>
                  <a:pt x="14954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0296525" y="607695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24h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320338" y="64198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全天候服务</a:t>
            </a:r>
            <a:endParaRPr lang="en-US" sz="16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00AE2E9-A133-D3B0-5347-D73294FB1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74" y="1111293"/>
            <a:ext cx="2742509" cy="55476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5E942-AABD-9D68-2075-2ED10C30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960776-1ACC-A261-5B4F-FC04E0F6F8F6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Smart Navigation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1A3555-DCB1-81C7-B3AB-01DC8E6146D1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详细情况</a:t>
            </a: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 · 让校园触手可及</a:t>
            </a:r>
            <a:endParaRPr lang="en-US" sz="16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A571EC7-BD7E-F184-2D65-2FF428A6C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69" y="1491270"/>
            <a:ext cx="2066051" cy="431898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1D3073F-6409-45C2-F955-312362C12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399" y="1482832"/>
            <a:ext cx="2066051" cy="438813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2CE981EA-3136-A2EA-C7B4-65C99DB42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64" y="1517853"/>
            <a:ext cx="2066052" cy="438902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5BED7DD-3325-7DFA-5C33-C206F39A5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130" y="1491270"/>
            <a:ext cx="2066051" cy="44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985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28088666.s21i.faiusr.com/eae886199158a436fbe9821e6e425106d504bc16.webp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C58">
                  <a:alpha val="95000"/>
                </a:srgbClr>
              </a:gs>
              <a:gs pos="50000">
                <a:srgbClr val="4A5C58">
                  <a:alpha val="85000"/>
                </a:srgbClr>
              </a:gs>
              <a:gs pos="100000">
                <a:srgbClr val="4A5C58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962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5" name="Text 2"/>
          <p:cNvSpPr/>
          <p:nvPr/>
        </p:nvSpPr>
        <p:spPr>
          <a:xfrm>
            <a:off x="591245" y="217170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621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95275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72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经验</a:t>
            </a:r>
            <a:r>
              <a:rPr lang="en-US" sz="7200" b="1" dirty="0" err="1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资讯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719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发现精彩生活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85775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Activity &amp; Registration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帖子</a:t>
            </a:r>
            <a:r>
              <a:rPr lang="en-US" sz="2700" b="1" dirty="0" err="1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发布</a:t>
            </a: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 · 不错过每一场精彩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200900" cy="2590800"/>
          </a:xfrm>
          <a:custGeom>
            <a:avLst/>
            <a:gdLst/>
            <a:ahLst/>
            <a:cxnLst/>
            <a:rect l="l" t="t" r="r" b="b"/>
            <a:pathLst>
              <a:path w="7200900" h="2590800">
                <a:moveTo>
                  <a:pt x="114306" y="0"/>
                </a:moveTo>
                <a:lnTo>
                  <a:pt x="7086594" y="0"/>
                </a:lnTo>
                <a:cubicBezTo>
                  <a:pt x="7149723" y="0"/>
                  <a:pt x="7200900" y="51177"/>
                  <a:pt x="7200900" y="114306"/>
                </a:cubicBezTo>
                <a:lnTo>
                  <a:pt x="7200900" y="2476494"/>
                </a:lnTo>
                <a:cubicBezTo>
                  <a:pt x="7200900" y="2539623"/>
                  <a:pt x="7149723" y="2590800"/>
                  <a:pt x="7086594" y="2590800"/>
                </a:cubicBezTo>
                <a:lnTo>
                  <a:pt x="114306" y="2590800"/>
                </a:lnTo>
                <a:cubicBezTo>
                  <a:pt x="51177" y="2590800"/>
                  <a:pt x="0" y="2539623"/>
                  <a:pt x="0" y="24764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4856" y="154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83344" y="71438"/>
                </a:moveTo>
                <a:cubicBezTo>
                  <a:pt x="78395" y="71438"/>
                  <a:pt x="74414" y="75419"/>
                  <a:pt x="74414" y="80367"/>
                </a:cubicBezTo>
                <a:lnTo>
                  <a:pt x="74414" y="98227"/>
                </a:lnTo>
                <a:lnTo>
                  <a:pt x="56555" y="98227"/>
                </a:lnTo>
                <a:cubicBezTo>
                  <a:pt x="51606" y="98227"/>
                  <a:pt x="47625" y="102208"/>
                  <a:pt x="47625" y="107156"/>
                </a:cubicBezTo>
                <a:cubicBezTo>
                  <a:pt x="47625" y="112105"/>
                  <a:pt x="51606" y="116086"/>
                  <a:pt x="56555" y="116086"/>
                </a:cubicBezTo>
                <a:lnTo>
                  <a:pt x="74414" y="116086"/>
                </a:lnTo>
                <a:lnTo>
                  <a:pt x="74414" y="133945"/>
                </a:lnTo>
                <a:cubicBezTo>
                  <a:pt x="74414" y="138894"/>
                  <a:pt x="78395" y="142875"/>
                  <a:pt x="83344" y="142875"/>
                </a:cubicBezTo>
                <a:cubicBezTo>
                  <a:pt x="88292" y="142875"/>
                  <a:pt x="92273" y="138894"/>
                  <a:pt x="92273" y="133945"/>
                </a:cubicBezTo>
                <a:lnTo>
                  <a:pt x="92273" y="116086"/>
                </a:lnTo>
                <a:lnTo>
                  <a:pt x="110133" y="116086"/>
                </a:lnTo>
                <a:cubicBezTo>
                  <a:pt x="115081" y="116086"/>
                  <a:pt x="119063" y="112105"/>
                  <a:pt x="119063" y="107156"/>
                </a:cubicBezTo>
                <a:cubicBezTo>
                  <a:pt x="119063" y="102208"/>
                  <a:pt x="115081" y="98227"/>
                  <a:pt x="110133" y="98227"/>
                </a:cubicBezTo>
                <a:lnTo>
                  <a:pt x="92273" y="98227"/>
                </a:lnTo>
                <a:lnTo>
                  <a:pt x="92273" y="80367"/>
                </a:lnTo>
                <a:cubicBezTo>
                  <a:pt x="92273" y="75419"/>
                  <a:pt x="88292" y="71438"/>
                  <a:pt x="83344" y="71438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1409700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帖子</a:t>
            </a:r>
            <a:r>
              <a:rPr lang="en-US" sz="1500" b="1" dirty="0" err="1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790700"/>
            <a:ext cx="6210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支持学生会、社团、班级等组织快速发布各类活动信息，包括活动主题、时间、地点、内容简介、参与方式等。支持上传活动海报和相关图片，吸引更多学生参与。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19200" y="24003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44216" y="2505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50996"/>
                </a:moveTo>
                <a:lnTo>
                  <a:pt x="66988" y="73421"/>
                </a:lnTo>
                <a:cubicBezTo>
                  <a:pt x="69540" y="74462"/>
                  <a:pt x="72249" y="75009"/>
                  <a:pt x="75009" y="75009"/>
                </a:cubicBezTo>
                <a:cubicBezTo>
                  <a:pt x="77770" y="75009"/>
                  <a:pt x="80479" y="74462"/>
                  <a:pt x="83031" y="73421"/>
                </a:cubicBezTo>
                <a:lnTo>
                  <a:pt x="146164" y="47428"/>
                </a:lnTo>
                <a:cubicBezTo>
                  <a:pt x="148508" y="46464"/>
                  <a:pt x="150019" y="44198"/>
                  <a:pt x="150019" y="41672"/>
                </a:cubicBezTo>
                <a:cubicBezTo>
                  <a:pt x="150019" y="39146"/>
                  <a:pt x="148508" y="36880"/>
                  <a:pt x="146164" y="35916"/>
                </a:cubicBezTo>
                <a:lnTo>
                  <a:pt x="83031" y="9923"/>
                </a:lnTo>
                <a:cubicBezTo>
                  <a:pt x="80479" y="8881"/>
                  <a:pt x="77770" y="8334"/>
                  <a:pt x="75009" y="8334"/>
                </a:cubicBezTo>
                <a:cubicBezTo>
                  <a:pt x="72249" y="8334"/>
                  <a:pt x="69540" y="8881"/>
                  <a:pt x="66988" y="9923"/>
                </a:cubicBezTo>
                <a:lnTo>
                  <a:pt x="3855" y="35916"/>
                </a:lnTo>
                <a:cubicBezTo>
                  <a:pt x="1511" y="36880"/>
                  <a:pt x="0" y="39146"/>
                  <a:pt x="0" y="41672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cubicBezTo>
                  <a:pt x="9715" y="125016"/>
                  <a:pt x="12502" y="122229"/>
                  <a:pt x="12502" y="118765"/>
                </a:cubicBezTo>
                <a:lnTo>
                  <a:pt x="12502" y="50996"/>
                </a:lnTo>
                <a:close/>
                <a:moveTo>
                  <a:pt x="25003" y="69670"/>
                </a:moveTo>
                <a:lnTo>
                  <a:pt x="25003" y="100013"/>
                </a:lnTo>
                <a:cubicBezTo>
                  <a:pt x="25003" y="113816"/>
                  <a:pt x="47402" y="125016"/>
                  <a:pt x="75009" y="125016"/>
                </a:cubicBezTo>
                <a:cubicBezTo>
                  <a:pt x="102617" y="125016"/>
                  <a:pt x="125016" y="113816"/>
                  <a:pt x="125016" y="100013"/>
                </a:cubicBezTo>
                <a:lnTo>
                  <a:pt x="125016" y="69644"/>
                </a:lnTo>
                <a:lnTo>
                  <a:pt x="87797" y="84985"/>
                </a:lnTo>
                <a:cubicBezTo>
                  <a:pt x="83734" y="86651"/>
                  <a:pt x="79411" y="87511"/>
                  <a:pt x="75009" y="87511"/>
                </a:cubicBezTo>
                <a:cubicBezTo>
                  <a:pt x="70608" y="87511"/>
                  <a:pt x="66284" y="86651"/>
                  <a:pt x="62221" y="84985"/>
                </a:cubicBezTo>
                <a:lnTo>
                  <a:pt x="25003" y="69644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11" name="Text 9"/>
          <p:cNvSpPr/>
          <p:nvPr/>
        </p:nvSpPr>
        <p:spPr>
          <a:xfrm>
            <a:off x="1576388" y="2476500"/>
            <a:ext cx="1033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实验室纳新</a:t>
            </a:r>
            <a:r>
              <a:rPr lang="en-US" sz="105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讲座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24350" y="24003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57700" y="250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1890" y="1823"/>
                </a:moveTo>
                <a:cubicBezTo>
                  <a:pt x="123870" y="3412"/>
                  <a:pt x="125016" y="5808"/>
                  <a:pt x="125016" y="8334"/>
                </a:cubicBezTo>
                <a:lnTo>
                  <a:pt x="125016" y="87511"/>
                </a:lnTo>
                <a:cubicBezTo>
                  <a:pt x="125016" y="99023"/>
                  <a:pt x="113816" y="108347"/>
                  <a:pt x="100013" y="108347"/>
                </a:cubicBezTo>
                <a:cubicBezTo>
                  <a:pt x="86209" y="108347"/>
                  <a:pt x="75009" y="99023"/>
                  <a:pt x="75009" y="87511"/>
                </a:cubicBezTo>
                <a:cubicBezTo>
                  <a:pt x="75009" y="75999"/>
                  <a:pt x="86209" y="66675"/>
                  <a:pt x="100013" y="66675"/>
                </a:cubicBezTo>
                <a:cubicBezTo>
                  <a:pt x="102930" y="66675"/>
                  <a:pt x="105742" y="67092"/>
                  <a:pt x="108347" y="67873"/>
                </a:cubicBezTo>
                <a:lnTo>
                  <a:pt x="108347" y="37479"/>
                </a:lnTo>
                <a:lnTo>
                  <a:pt x="50006" y="50449"/>
                </a:lnTo>
                <a:lnTo>
                  <a:pt x="50006" y="104180"/>
                </a:lnTo>
                <a:cubicBezTo>
                  <a:pt x="50006" y="115692"/>
                  <a:pt x="38807" y="125016"/>
                  <a:pt x="25003" y="125016"/>
                </a:cubicBezTo>
                <a:cubicBezTo>
                  <a:pt x="11199" y="125016"/>
                  <a:pt x="0" y="115692"/>
                  <a:pt x="0" y="104180"/>
                </a:cubicBezTo>
                <a:cubicBezTo>
                  <a:pt x="0" y="92668"/>
                  <a:pt x="11199" y="83344"/>
                  <a:pt x="25003" y="83344"/>
                </a:cubicBezTo>
                <a:cubicBezTo>
                  <a:pt x="27920" y="83344"/>
                  <a:pt x="30733" y="83760"/>
                  <a:pt x="33337" y="84542"/>
                </a:cubicBezTo>
                <a:lnTo>
                  <a:pt x="33337" y="25003"/>
                </a:lnTo>
                <a:cubicBezTo>
                  <a:pt x="33337" y="21096"/>
                  <a:pt x="36046" y="17711"/>
                  <a:pt x="39875" y="16877"/>
                </a:cubicBezTo>
                <a:lnTo>
                  <a:pt x="114884" y="208"/>
                </a:lnTo>
                <a:cubicBezTo>
                  <a:pt x="117358" y="-339"/>
                  <a:pt x="119937" y="260"/>
                  <a:pt x="121916" y="1849"/>
                </a:cubicBez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538" y="2476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文艺演出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19200" y="28194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B8A99A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60884" y="2924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805" y="-8334"/>
                </a:moveTo>
                <a:cubicBezTo>
                  <a:pt x="74855" y="-8334"/>
                  <a:pt x="81390" y="-1799"/>
                  <a:pt x="81390" y="6251"/>
                </a:cubicBezTo>
                <a:cubicBezTo>
                  <a:pt x="81390" y="14301"/>
                  <a:pt x="74855" y="20836"/>
                  <a:pt x="66805" y="20836"/>
                </a:cubicBezTo>
                <a:cubicBezTo>
                  <a:pt x="58755" y="20836"/>
                  <a:pt x="52220" y="14301"/>
                  <a:pt x="52220" y="6251"/>
                </a:cubicBezTo>
                <a:cubicBezTo>
                  <a:pt x="52220" y="-1799"/>
                  <a:pt x="58755" y="-8334"/>
                  <a:pt x="66805" y="-8334"/>
                </a:cubicBezTo>
                <a:close/>
                <a:moveTo>
                  <a:pt x="32192" y="45839"/>
                </a:moveTo>
                <a:cubicBezTo>
                  <a:pt x="31332" y="45839"/>
                  <a:pt x="30577" y="46360"/>
                  <a:pt x="30264" y="47141"/>
                </a:cubicBezTo>
                <a:lnTo>
                  <a:pt x="24534" y="61440"/>
                </a:lnTo>
                <a:cubicBezTo>
                  <a:pt x="22815" y="65711"/>
                  <a:pt x="17971" y="67795"/>
                  <a:pt x="13700" y="66076"/>
                </a:cubicBezTo>
                <a:cubicBezTo>
                  <a:pt x="9428" y="64357"/>
                  <a:pt x="7345" y="59513"/>
                  <a:pt x="9064" y="55241"/>
                </a:cubicBezTo>
                <a:lnTo>
                  <a:pt x="14767" y="40943"/>
                </a:lnTo>
                <a:cubicBezTo>
                  <a:pt x="17632" y="33832"/>
                  <a:pt x="24508" y="29170"/>
                  <a:pt x="32192" y="29170"/>
                </a:cubicBezTo>
                <a:lnTo>
                  <a:pt x="57533" y="29170"/>
                </a:lnTo>
                <a:cubicBezTo>
                  <a:pt x="64956" y="29170"/>
                  <a:pt x="71806" y="33103"/>
                  <a:pt x="75530" y="39510"/>
                </a:cubicBezTo>
                <a:lnTo>
                  <a:pt x="84073" y="54173"/>
                </a:lnTo>
                <a:lnTo>
                  <a:pt x="100117" y="54173"/>
                </a:lnTo>
                <a:cubicBezTo>
                  <a:pt x="104727" y="54173"/>
                  <a:pt x="108451" y="57898"/>
                  <a:pt x="108451" y="62508"/>
                </a:cubicBezTo>
                <a:cubicBezTo>
                  <a:pt x="108451" y="67118"/>
                  <a:pt x="104727" y="70842"/>
                  <a:pt x="100117" y="70842"/>
                </a:cubicBezTo>
                <a:lnTo>
                  <a:pt x="84073" y="70842"/>
                </a:lnTo>
                <a:cubicBezTo>
                  <a:pt x="78135" y="70842"/>
                  <a:pt x="72665" y="67691"/>
                  <a:pt x="69670" y="62560"/>
                </a:cubicBezTo>
                <a:lnTo>
                  <a:pt x="67066" y="58106"/>
                </a:lnTo>
                <a:lnTo>
                  <a:pt x="61674" y="76442"/>
                </a:lnTo>
                <a:lnTo>
                  <a:pt x="81312" y="82328"/>
                </a:lnTo>
                <a:cubicBezTo>
                  <a:pt x="88527" y="84490"/>
                  <a:pt x="92199" y="92486"/>
                  <a:pt x="89152" y="99387"/>
                </a:cubicBezTo>
                <a:lnTo>
                  <a:pt x="74410" y="132569"/>
                </a:lnTo>
                <a:cubicBezTo>
                  <a:pt x="72535" y="136788"/>
                  <a:pt x="67613" y="138663"/>
                  <a:pt x="63419" y="136788"/>
                </a:cubicBezTo>
                <a:cubicBezTo>
                  <a:pt x="59226" y="134913"/>
                  <a:pt x="57325" y="129990"/>
                  <a:pt x="59200" y="125797"/>
                </a:cubicBezTo>
                <a:lnTo>
                  <a:pt x="72014" y="96939"/>
                </a:lnTo>
                <a:lnTo>
                  <a:pt x="47037" y="89438"/>
                </a:lnTo>
                <a:cubicBezTo>
                  <a:pt x="38520" y="86886"/>
                  <a:pt x="33494" y="78057"/>
                  <a:pt x="35655" y="69436"/>
                </a:cubicBezTo>
                <a:lnTo>
                  <a:pt x="41568" y="45839"/>
                </a:lnTo>
                <a:lnTo>
                  <a:pt x="32218" y="45839"/>
                </a:lnTo>
                <a:close/>
                <a:moveTo>
                  <a:pt x="30108" y="92980"/>
                </a:moveTo>
                <a:cubicBezTo>
                  <a:pt x="33572" y="96861"/>
                  <a:pt x="38104" y="99830"/>
                  <a:pt x="43443" y="101419"/>
                </a:cubicBezTo>
                <a:lnTo>
                  <a:pt x="44667" y="101784"/>
                </a:lnTo>
                <a:lnTo>
                  <a:pt x="42870" y="106810"/>
                </a:lnTo>
                <a:cubicBezTo>
                  <a:pt x="41359" y="111056"/>
                  <a:pt x="38703" y="114832"/>
                  <a:pt x="35239" y="117697"/>
                </a:cubicBezTo>
                <a:lnTo>
                  <a:pt x="13778" y="135382"/>
                </a:lnTo>
                <a:cubicBezTo>
                  <a:pt x="10236" y="138299"/>
                  <a:pt x="4975" y="137804"/>
                  <a:pt x="2058" y="134262"/>
                </a:cubicBezTo>
                <a:cubicBezTo>
                  <a:pt x="-859" y="130719"/>
                  <a:pt x="-365" y="125458"/>
                  <a:pt x="3177" y="122541"/>
                </a:cubicBezTo>
                <a:lnTo>
                  <a:pt x="24638" y="104857"/>
                </a:lnTo>
                <a:cubicBezTo>
                  <a:pt x="25811" y="103893"/>
                  <a:pt x="26670" y="102643"/>
                  <a:pt x="27191" y="101237"/>
                </a:cubicBezTo>
                <a:lnTo>
                  <a:pt x="30108" y="92980"/>
                </a:ln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17" name="Text 15"/>
          <p:cNvSpPr/>
          <p:nvPr/>
        </p:nvSpPr>
        <p:spPr>
          <a:xfrm>
            <a:off x="1576388" y="28956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体育比赛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24350" y="28194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49366" y="29241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0035" y="13856"/>
                </a:moveTo>
                <a:lnTo>
                  <a:pt x="39666" y="47610"/>
                </a:lnTo>
                <a:cubicBezTo>
                  <a:pt x="38468" y="48938"/>
                  <a:pt x="38520" y="50996"/>
                  <a:pt x="39797" y="52272"/>
                </a:cubicBezTo>
                <a:cubicBezTo>
                  <a:pt x="47740" y="60216"/>
                  <a:pt x="60633" y="60216"/>
                  <a:pt x="68576" y="52272"/>
                </a:cubicBezTo>
                <a:lnTo>
                  <a:pt x="76859" y="43990"/>
                </a:lnTo>
                <a:cubicBezTo>
                  <a:pt x="77952" y="42896"/>
                  <a:pt x="79333" y="42297"/>
                  <a:pt x="80739" y="42193"/>
                </a:cubicBezTo>
                <a:cubicBezTo>
                  <a:pt x="82510" y="42037"/>
                  <a:pt x="84333" y="42636"/>
                  <a:pt x="85688" y="43990"/>
                </a:cubicBezTo>
                <a:lnTo>
                  <a:pt x="131683" y="89595"/>
                </a:lnTo>
                <a:lnTo>
                  <a:pt x="150019" y="75009"/>
                </a:lnTo>
                <a:lnTo>
                  <a:pt x="150019" y="0"/>
                </a:lnTo>
                <a:lnTo>
                  <a:pt x="120848" y="16669"/>
                </a:lnTo>
                <a:lnTo>
                  <a:pt x="114650" y="12528"/>
                </a:lnTo>
                <a:cubicBezTo>
                  <a:pt x="110535" y="9793"/>
                  <a:pt x="105716" y="8334"/>
                  <a:pt x="100768" y="8334"/>
                </a:cubicBezTo>
                <a:lnTo>
                  <a:pt x="82432" y="8334"/>
                </a:lnTo>
                <a:cubicBezTo>
                  <a:pt x="82146" y="8334"/>
                  <a:pt x="81833" y="8334"/>
                  <a:pt x="81547" y="8360"/>
                </a:cubicBezTo>
                <a:cubicBezTo>
                  <a:pt x="77145" y="8595"/>
                  <a:pt x="73004" y="10574"/>
                  <a:pt x="70035" y="13856"/>
                </a:cubicBezTo>
                <a:close/>
                <a:moveTo>
                  <a:pt x="30368" y="39250"/>
                </a:moveTo>
                <a:lnTo>
                  <a:pt x="58184" y="8334"/>
                </a:lnTo>
                <a:lnTo>
                  <a:pt x="47871" y="8334"/>
                </a:lnTo>
                <a:cubicBezTo>
                  <a:pt x="41229" y="8334"/>
                  <a:pt x="34874" y="10965"/>
                  <a:pt x="30186" y="15653"/>
                </a:cubicBezTo>
                <a:lnTo>
                  <a:pt x="0" y="50006"/>
                </a:lnTo>
                <a:lnTo>
                  <a:pt x="0" y="141684"/>
                </a:lnTo>
                <a:lnTo>
                  <a:pt x="37505" y="106263"/>
                </a:lnTo>
                <a:lnTo>
                  <a:pt x="40734" y="108946"/>
                </a:lnTo>
                <a:cubicBezTo>
                  <a:pt x="46725" y="113947"/>
                  <a:pt x="54278" y="116681"/>
                  <a:pt x="62065" y="116681"/>
                </a:cubicBezTo>
                <a:lnTo>
                  <a:pt x="66154" y="116681"/>
                </a:lnTo>
                <a:lnTo>
                  <a:pt x="64331" y="114858"/>
                </a:lnTo>
                <a:cubicBezTo>
                  <a:pt x="61883" y="112410"/>
                  <a:pt x="61883" y="108451"/>
                  <a:pt x="64331" y="106029"/>
                </a:cubicBezTo>
                <a:cubicBezTo>
                  <a:pt x="66779" y="103607"/>
                  <a:pt x="70738" y="103581"/>
                  <a:pt x="73160" y="106029"/>
                </a:cubicBezTo>
                <a:lnTo>
                  <a:pt x="83839" y="116707"/>
                </a:lnTo>
                <a:lnTo>
                  <a:pt x="86183" y="116707"/>
                </a:lnTo>
                <a:cubicBezTo>
                  <a:pt x="91157" y="116707"/>
                  <a:pt x="96028" y="115587"/>
                  <a:pt x="100455" y="113504"/>
                </a:cubicBezTo>
                <a:lnTo>
                  <a:pt x="93501" y="106524"/>
                </a:lnTo>
                <a:cubicBezTo>
                  <a:pt x="91053" y="104076"/>
                  <a:pt x="91053" y="100117"/>
                  <a:pt x="93501" y="97695"/>
                </a:cubicBezTo>
                <a:cubicBezTo>
                  <a:pt x="95949" y="95272"/>
                  <a:pt x="99908" y="95246"/>
                  <a:pt x="102330" y="97695"/>
                </a:cubicBezTo>
                <a:lnTo>
                  <a:pt x="110665" y="106029"/>
                </a:lnTo>
                <a:lnTo>
                  <a:pt x="115223" y="101471"/>
                </a:lnTo>
                <a:cubicBezTo>
                  <a:pt x="117541" y="99153"/>
                  <a:pt x="118218" y="95793"/>
                  <a:pt x="117202" y="92850"/>
                </a:cubicBezTo>
                <a:lnTo>
                  <a:pt x="81286" y="57221"/>
                </a:lnTo>
                <a:lnTo>
                  <a:pt x="77406" y="61101"/>
                </a:lnTo>
                <a:cubicBezTo>
                  <a:pt x="64565" y="73942"/>
                  <a:pt x="43782" y="73942"/>
                  <a:pt x="30941" y="61101"/>
                </a:cubicBezTo>
                <a:cubicBezTo>
                  <a:pt x="24951" y="55111"/>
                  <a:pt x="24717" y="45500"/>
                  <a:pt x="30368" y="39224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538" y="28956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经验分享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81000" y="5518874"/>
            <a:ext cx="1257300" cy="685800"/>
          </a:xfrm>
          <a:custGeom>
            <a:avLst/>
            <a:gdLst/>
            <a:ahLst/>
            <a:cxnLst/>
            <a:rect l="l" t="t" r="r" b="b"/>
            <a:pathLst>
              <a:path w="1257300" h="685800">
                <a:moveTo>
                  <a:pt x="76199" y="0"/>
                </a:moveTo>
                <a:lnTo>
                  <a:pt x="1181101" y="0"/>
                </a:lnTo>
                <a:cubicBezTo>
                  <a:pt x="1223184" y="0"/>
                  <a:pt x="1257300" y="34116"/>
                  <a:pt x="1257300" y="76199"/>
                </a:cubicBezTo>
                <a:lnTo>
                  <a:pt x="1257300" y="609601"/>
                </a:lnTo>
                <a:cubicBezTo>
                  <a:pt x="1257300" y="651656"/>
                  <a:pt x="1223156" y="685800"/>
                  <a:pt x="1181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38150" y="55513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500+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38150" y="59436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月活动量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2554235" y="5551348"/>
            <a:ext cx="1257300" cy="685800"/>
          </a:xfrm>
          <a:custGeom>
            <a:avLst/>
            <a:gdLst/>
            <a:ahLst/>
            <a:cxnLst/>
            <a:rect l="l" t="t" r="r" b="b"/>
            <a:pathLst>
              <a:path w="1257300" h="685800">
                <a:moveTo>
                  <a:pt x="76199" y="0"/>
                </a:moveTo>
                <a:lnTo>
                  <a:pt x="1181101" y="0"/>
                </a:lnTo>
                <a:cubicBezTo>
                  <a:pt x="1223184" y="0"/>
                  <a:pt x="1257300" y="34116"/>
                  <a:pt x="1257300" y="76199"/>
                </a:cubicBezTo>
                <a:lnTo>
                  <a:pt x="1257300" y="609601"/>
                </a:lnTo>
                <a:cubicBezTo>
                  <a:pt x="1257300" y="651656"/>
                  <a:pt x="1223156" y="685800"/>
                  <a:pt x="1181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2592335" y="55626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85%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2616147" y="5980166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平均参与率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140943" y="5551348"/>
            <a:ext cx="1257300" cy="685800"/>
          </a:xfrm>
          <a:custGeom>
            <a:avLst/>
            <a:gdLst/>
            <a:ahLst/>
            <a:cxnLst/>
            <a:rect l="l" t="t" r="r" b="b"/>
            <a:pathLst>
              <a:path w="1257300" h="685800">
                <a:moveTo>
                  <a:pt x="76199" y="0"/>
                </a:moveTo>
                <a:lnTo>
                  <a:pt x="1181101" y="0"/>
                </a:lnTo>
                <a:cubicBezTo>
                  <a:pt x="1223184" y="0"/>
                  <a:pt x="1257300" y="34116"/>
                  <a:pt x="1257300" y="76199"/>
                </a:cubicBezTo>
                <a:lnTo>
                  <a:pt x="1257300" y="609601"/>
                </a:lnTo>
                <a:cubicBezTo>
                  <a:pt x="1257300" y="651656"/>
                  <a:pt x="1223156" y="685800"/>
                  <a:pt x="1181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179043" y="55894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A99A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4.9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183805" y="5992311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用户满意度</a:t>
            </a:r>
            <a:endParaRPr lang="en-US" sz="1600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88672910-1962-7C88-7A7B-8F0AB7619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839" y="776595"/>
            <a:ext cx="2674079" cy="57367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AF30-0EDD-38E4-0A54-7E33366F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6F777B-91C7-DF10-BE46-E1254E6D9656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1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Activity &amp; Registration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3A2AD8-3BDC-DB13-ED92-D6A503286E7C}"/>
              </a:ext>
            </a:extLst>
          </p:cNvPr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帖子</a:t>
            </a:r>
            <a:r>
              <a:rPr lang="en-US" sz="2700" b="1" dirty="0" err="1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发布</a:t>
            </a:r>
            <a:r>
              <a:rPr lang="en-US" sz="27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 · 不错过每一场精彩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E46857-43BF-EBE9-9BF2-2D1E5026636C}"/>
              </a:ext>
            </a:extLst>
          </p:cNvPr>
          <p:cNvSpPr/>
          <p:nvPr/>
        </p:nvSpPr>
        <p:spPr>
          <a:xfrm>
            <a:off x="381000" y="1181100"/>
            <a:ext cx="7200900" cy="2590800"/>
          </a:xfrm>
          <a:custGeom>
            <a:avLst/>
            <a:gdLst/>
            <a:ahLst/>
            <a:cxnLst/>
            <a:rect l="l" t="t" r="r" b="b"/>
            <a:pathLst>
              <a:path w="7200900" h="2590800">
                <a:moveTo>
                  <a:pt x="114306" y="0"/>
                </a:moveTo>
                <a:lnTo>
                  <a:pt x="7086594" y="0"/>
                </a:lnTo>
                <a:cubicBezTo>
                  <a:pt x="7149723" y="0"/>
                  <a:pt x="7200900" y="51177"/>
                  <a:pt x="7200900" y="114306"/>
                </a:cubicBezTo>
                <a:lnTo>
                  <a:pt x="7200900" y="2476494"/>
                </a:lnTo>
                <a:cubicBezTo>
                  <a:pt x="7200900" y="2539623"/>
                  <a:pt x="7149723" y="2590800"/>
                  <a:pt x="7086594" y="2590800"/>
                </a:cubicBezTo>
                <a:lnTo>
                  <a:pt x="114306" y="2590800"/>
                </a:lnTo>
                <a:cubicBezTo>
                  <a:pt x="51177" y="2590800"/>
                  <a:pt x="0" y="2539623"/>
                  <a:pt x="0" y="24764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BE7C2C-1A9B-9782-18DF-7EC63AE69455}"/>
              </a:ext>
            </a:extLst>
          </p:cNvPr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B23F3D-D9DA-B9D4-62F7-FD88E55F9A72}"/>
              </a:ext>
            </a:extLst>
          </p:cNvPr>
          <p:cNvSpPr/>
          <p:nvPr/>
        </p:nvSpPr>
        <p:spPr>
          <a:xfrm>
            <a:off x="754856" y="154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83344" y="71438"/>
                </a:moveTo>
                <a:cubicBezTo>
                  <a:pt x="78395" y="71438"/>
                  <a:pt x="74414" y="75419"/>
                  <a:pt x="74414" y="80367"/>
                </a:cubicBezTo>
                <a:lnTo>
                  <a:pt x="74414" y="98227"/>
                </a:lnTo>
                <a:lnTo>
                  <a:pt x="56555" y="98227"/>
                </a:lnTo>
                <a:cubicBezTo>
                  <a:pt x="51606" y="98227"/>
                  <a:pt x="47625" y="102208"/>
                  <a:pt x="47625" y="107156"/>
                </a:cubicBezTo>
                <a:cubicBezTo>
                  <a:pt x="47625" y="112105"/>
                  <a:pt x="51606" y="116086"/>
                  <a:pt x="56555" y="116086"/>
                </a:cubicBezTo>
                <a:lnTo>
                  <a:pt x="74414" y="116086"/>
                </a:lnTo>
                <a:lnTo>
                  <a:pt x="74414" y="133945"/>
                </a:lnTo>
                <a:cubicBezTo>
                  <a:pt x="74414" y="138894"/>
                  <a:pt x="78395" y="142875"/>
                  <a:pt x="83344" y="142875"/>
                </a:cubicBezTo>
                <a:cubicBezTo>
                  <a:pt x="88292" y="142875"/>
                  <a:pt x="92273" y="138894"/>
                  <a:pt x="92273" y="133945"/>
                </a:cubicBezTo>
                <a:lnTo>
                  <a:pt x="92273" y="116086"/>
                </a:lnTo>
                <a:lnTo>
                  <a:pt x="110133" y="116086"/>
                </a:lnTo>
                <a:cubicBezTo>
                  <a:pt x="115081" y="116086"/>
                  <a:pt x="119063" y="112105"/>
                  <a:pt x="119063" y="107156"/>
                </a:cubicBezTo>
                <a:cubicBezTo>
                  <a:pt x="119063" y="102208"/>
                  <a:pt x="115081" y="98227"/>
                  <a:pt x="110133" y="98227"/>
                </a:cubicBezTo>
                <a:lnTo>
                  <a:pt x="92273" y="98227"/>
                </a:lnTo>
                <a:lnTo>
                  <a:pt x="92273" y="80367"/>
                </a:lnTo>
                <a:cubicBezTo>
                  <a:pt x="92273" y="75419"/>
                  <a:pt x="88292" y="71438"/>
                  <a:pt x="83344" y="71438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D51F3B-89C5-5041-18B6-1927307C37EF}"/>
              </a:ext>
            </a:extLst>
          </p:cNvPr>
          <p:cNvSpPr/>
          <p:nvPr/>
        </p:nvSpPr>
        <p:spPr>
          <a:xfrm>
            <a:off x="1219200" y="1409700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帖子</a:t>
            </a:r>
            <a:r>
              <a:rPr lang="en-US" sz="1500" b="1" dirty="0" err="1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发布系统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B20E97-CD9D-E780-4516-64061B7C9D3B}"/>
              </a:ext>
            </a:extLst>
          </p:cNvPr>
          <p:cNvSpPr/>
          <p:nvPr/>
        </p:nvSpPr>
        <p:spPr>
          <a:xfrm>
            <a:off x="1219200" y="1790700"/>
            <a:ext cx="6210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支持学生会、社团、班级等组织快速发布各类活动信息，包括活动主题、时间、地点、内容简介、参与方式等。支持上传活动海报和相关图片，吸引更多学生参与。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F3AAEF-9E85-8BF6-0B35-1E5D0EA7E3C3}"/>
              </a:ext>
            </a:extLst>
          </p:cNvPr>
          <p:cNvSpPr/>
          <p:nvPr/>
        </p:nvSpPr>
        <p:spPr>
          <a:xfrm>
            <a:off x="1219200" y="24003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B4FE090-7326-4C55-E70F-6A85C842840C}"/>
              </a:ext>
            </a:extLst>
          </p:cNvPr>
          <p:cNvSpPr/>
          <p:nvPr/>
        </p:nvSpPr>
        <p:spPr>
          <a:xfrm>
            <a:off x="1344216" y="2505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2502" y="50996"/>
                </a:moveTo>
                <a:lnTo>
                  <a:pt x="66988" y="73421"/>
                </a:lnTo>
                <a:cubicBezTo>
                  <a:pt x="69540" y="74462"/>
                  <a:pt x="72249" y="75009"/>
                  <a:pt x="75009" y="75009"/>
                </a:cubicBezTo>
                <a:cubicBezTo>
                  <a:pt x="77770" y="75009"/>
                  <a:pt x="80479" y="74462"/>
                  <a:pt x="83031" y="73421"/>
                </a:cubicBezTo>
                <a:lnTo>
                  <a:pt x="146164" y="47428"/>
                </a:lnTo>
                <a:cubicBezTo>
                  <a:pt x="148508" y="46464"/>
                  <a:pt x="150019" y="44198"/>
                  <a:pt x="150019" y="41672"/>
                </a:cubicBezTo>
                <a:cubicBezTo>
                  <a:pt x="150019" y="39146"/>
                  <a:pt x="148508" y="36880"/>
                  <a:pt x="146164" y="35916"/>
                </a:cubicBezTo>
                <a:lnTo>
                  <a:pt x="83031" y="9923"/>
                </a:lnTo>
                <a:cubicBezTo>
                  <a:pt x="80479" y="8881"/>
                  <a:pt x="77770" y="8334"/>
                  <a:pt x="75009" y="8334"/>
                </a:cubicBezTo>
                <a:cubicBezTo>
                  <a:pt x="72249" y="8334"/>
                  <a:pt x="69540" y="8881"/>
                  <a:pt x="66988" y="9923"/>
                </a:cubicBezTo>
                <a:lnTo>
                  <a:pt x="3855" y="35916"/>
                </a:lnTo>
                <a:cubicBezTo>
                  <a:pt x="1511" y="36880"/>
                  <a:pt x="0" y="39146"/>
                  <a:pt x="0" y="41672"/>
                </a:cubicBezTo>
                <a:lnTo>
                  <a:pt x="0" y="118765"/>
                </a:lnTo>
                <a:cubicBezTo>
                  <a:pt x="0" y="122229"/>
                  <a:pt x="2787" y="125016"/>
                  <a:pt x="6251" y="125016"/>
                </a:cubicBezTo>
                <a:cubicBezTo>
                  <a:pt x="9715" y="125016"/>
                  <a:pt x="12502" y="122229"/>
                  <a:pt x="12502" y="118765"/>
                </a:cubicBezTo>
                <a:lnTo>
                  <a:pt x="12502" y="50996"/>
                </a:lnTo>
                <a:close/>
                <a:moveTo>
                  <a:pt x="25003" y="69670"/>
                </a:moveTo>
                <a:lnTo>
                  <a:pt x="25003" y="100013"/>
                </a:lnTo>
                <a:cubicBezTo>
                  <a:pt x="25003" y="113816"/>
                  <a:pt x="47402" y="125016"/>
                  <a:pt x="75009" y="125016"/>
                </a:cubicBezTo>
                <a:cubicBezTo>
                  <a:pt x="102617" y="125016"/>
                  <a:pt x="125016" y="113816"/>
                  <a:pt x="125016" y="100013"/>
                </a:cubicBezTo>
                <a:lnTo>
                  <a:pt x="125016" y="69644"/>
                </a:lnTo>
                <a:lnTo>
                  <a:pt x="87797" y="84985"/>
                </a:lnTo>
                <a:cubicBezTo>
                  <a:pt x="83734" y="86651"/>
                  <a:pt x="79411" y="87511"/>
                  <a:pt x="75009" y="87511"/>
                </a:cubicBezTo>
                <a:cubicBezTo>
                  <a:pt x="70608" y="87511"/>
                  <a:pt x="66284" y="86651"/>
                  <a:pt x="62221" y="84985"/>
                </a:cubicBezTo>
                <a:lnTo>
                  <a:pt x="25003" y="69644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718B110-F81E-7FDB-9E80-9FAFB76501B7}"/>
              </a:ext>
            </a:extLst>
          </p:cNvPr>
          <p:cNvSpPr/>
          <p:nvPr/>
        </p:nvSpPr>
        <p:spPr>
          <a:xfrm>
            <a:off x="1576388" y="2476500"/>
            <a:ext cx="10334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实验室纳新</a:t>
            </a:r>
            <a:r>
              <a:rPr lang="en-US" sz="105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讲座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F8B586D-C999-4A2F-6DFE-87F8A70201B9}"/>
              </a:ext>
            </a:extLst>
          </p:cNvPr>
          <p:cNvSpPr/>
          <p:nvPr/>
        </p:nvSpPr>
        <p:spPr>
          <a:xfrm>
            <a:off x="4324350" y="24003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BCB61D-76A8-3BEC-29A5-7B0994991FA0}"/>
              </a:ext>
            </a:extLst>
          </p:cNvPr>
          <p:cNvSpPr/>
          <p:nvPr/>
        </p:nvSpPr>
        <p:spPr>
          <a:xfrm>
            <a:off x="4457700" y="250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1890" y="1823"/>
                </a:moveTo>
                <a:cubicBezTo>
                  <a:pt x="123870" y="3412"/>
                  <a:pt x="125016" y="5808"/>
                  <a:pt x="125016" y="8334"/>
                </a:cubicBezTo>
                <a:lnTo>
                  <a:pt x="125016" y="87511"/>
                </a:lnTo>
                <a:cubicBezTo>
                  <a:pt x="125016" y="99023"/>
                  <a:pt x="113816" y="108347"/>
                  <a:pt x="100013" y="108347"/>
                </a:cubicBezTo>
                <a:cubicBezTo>
                  <a:pt x="86209" y="108347"/>
                  <a:pt x="75009" y="99023"/>
                  <a:pt x="75009" y="87511"/>
                </a:cubicBezTo>
                <a:cubicBezTo>
                  <a:pt x="75009" y="75999"/>
                  <a:pt x="86209" y="66675"/>
                  <a:pt x="100013" y="66675"/>
                </a:cubicBezTo>
                <a:cubicBezTo>
                  <a:pt x="102930" y="66675"/>
                  <a:pt x="105742" y="67092"/>
                  <a:pt x="108347" y="67873"/>
                </a:cubicBezTo>
                <a:lnTo>
                  <a:pt x="108347" y="37479"/>
                </a:lnTo>
                <a:lnTo>
                  <a:pt x="50006" y="50449"/>
                </a:lnTo>
                <a:lnTo>
                  <a:pt x="50006" y="104180"/>
                </a:lnTo>
                <a:cubicBezTo>
                  <a:pt x="50006" y="115692"/>
                  <a:pt x="38807" y="125016"/>
                  <a:pt x="25003" y="125016"/>
                </a:cubicBezTo>
                <a:cubicBezTo>
                  <a:pt x="11199" y="125016"/>
                  <a:pt x="0" y="115692"/>
                  <a:pt x="0" y="104180"/>
                </a:cubicBezTo>
                <a:cubicBezTo>
                  <a:pt x="0" y="92668"/>
                  <a:pt x="11199" y="83344"/>
                  <a:pt x="25003" y="83344"/>
                </a:cubicBezTo>
                <a:cubicBezTo>
                  <a:pt x="27920" y="83344"/>
                  <a:pt x="30733" y="83760"/>
                  <a:pt x="33337" y="84542"/>
                </a:cubicBezTo>
                <a:lnTo>
                  <a:pt x="33337" y="25003"/>
                </a:lnTo>
                <a:cubicBezTo>
                  <a:pt x="33337" y="21096"/>
                  <a:pt x="36046" y="17711"/>
                  <a:pt x="39875" y="16877"/>
                </a:cubicBezTo>
                <a:lnTo>
                  <a:pt x="114884" y="208"/>
                </a:lnTo>
                <a:cubicBezTo>
                  <a:pt x="117358" y="-339"/>
                  <a:pt x="119937" y="260"/>
                  <a:pt x="121916" y="1849"/>
                </a:cubicBez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CFBB63D-0B00-69A9-2C88-E17B2C1B637E}"/>
              </a:ext>
            </a:extLst>
          </p:cNvPr>
          <p:cNvSpPr/>
          <p:nvPr/>
        </p:nvSpPr>
        <p:spPr>
          <a:xfrm>
            <a:off x="4681538" y="2476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 err="1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文艺演出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D8D380-5500-F954-C55C-47B978DFC290}"/>
              </a:ext>
            </a:extLst>
          </p:cNvPr>
          <p:cNvSpPr/>
          <p:nvPr/>
        </p:nvSpPr>
        <p:spPr>
          <a:xfrm>
            <a:off x="1219200" y="28194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B8A99A">
              <a:alpha val="10196"/>
            </a:srgbClr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8358893-7367-CD81-AC05-9C9BB7413C92}"/>
              </a:ext>
            </a:extLst>
          </p:cNvPr>
          <p:cNvSpPr/>
          <p:nvPr/>
        </p:nvSpPr>
        <p:spPr>
          <a:xfrm>
            <a:off x="1360884" y="2924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805" y="-8334"/>
                </a:moveTo>
                <a:cubicBezTo>
                  <a:pt x="74855" y="-8334"/>
                  <a:pt x="81390" y="-1799"/>
                  <a:pt x="81390" y="6251"/>
                </a:cubicBezTo>
                <a:cubicBezTo>
                  <a:pt x="81390" y="14301"/>
                  <a:pt x="74855" y="20836"/>
                  <a:pt x="66805" y="20836"/>
                </a:cubicBezTo>
                <a:cubicBezTo>
                  <a:pt x="58755" y="20836"/>
                  <a:pt x="52220" y="14301"/>
                  <a:pt x="52220" y="6251"/>
                </a:cubicBezTo>
                <a:cubicBezTo>
                  <a:pt x="52220" y="-1799"/>
                  <a:pt x="58755" y="-8334"/>
                  <a:pt x="66805" y="-8334"/>
                </a:cubicBezTo>
                <a:close/>
                <a:moveTo>
                  <a:pt x="32192" y="45839"/>
                </a:moveTo>
                <a:cubicBezTo>
                  <a:pt x="31332" y="45839"/>
                  <a:pt x="30577" y="46360"/>
                  <a:pt x="30264" y="47141"/>
                </a:cubicBezTo>
                <a:lnTo>
                  <a:pt x="24534" y="61440"/>
                </a:lnTo>
                <a:cubicBezTo>
                  <a:pt x="22815" y="65711"/>
                  <a:pt x="17971" y="67795"/>
                  <a:pt x="13700" y="66076"/>
                </a:cubicBezTo>
                <a:cubicBezTo>
                  <a:pt x="9428" y="64357"/>
                  <a:pt x="7345" y="59513"/>
                  <a:pt x="9064" y="55241"/>
                </a:cubicBezTo>
                <a:lnTo>
                  <a:pt x="14767" y="40943"/>
                </a:lnTo>
                <a:cubicBezTo>
                  <a:pt x="17632" y="33832"/>
                  <a:pt x="24508" y="29170"/>
                  <a:pt x="32192" y="29170"/>
                </a:cubicBezTo>
                <a:lnTo>
                  <a:pt x="57533" y="29170"/>
                </a:lnTo>
                <a:cubicBezTo>
                  <a:pt x="64956" y="29170"/>
                  <a:pt x="71806" y="33103"/>
                  <a:pt x="75530" y="39510"/>
                </a:cubicBezTo>
                <a:lnTo>
                  <a:pt x="84073" y="54173"/>
                </a:lnTo>
                <a:lnTo>
                  <a:pt x="100117" y="54173"/>
                </a:lnTo>
                <a:cubicBezTo>
                  <a:pt x="104727" y="54173"/>
                  <a:pt x="108451" y="57898"/>
                  <a:pt x="108451" y="62508"/>
                </a:cubicBezTo>
                <a:cubicBezTo>
                  <a:pt x="108451" y="67118"/>
                  <a:pt x="104727" y="70842"/>
                  <a:pt x="100117" y="70842"/>
                </a:cubicBezTo>
                <a:lnTo>
                  <a:pt x="84073" y="70842"/>
                </a:lnTo>
                <a:cubicBezTo>
                  <a:pt x="78135" y="70842"/>
                  <a:pt x="72665" y="67691"/>
                  <a:pt x="69670" y="62560"/>
                </a:cubicBezTo>
                <a:lnTo>
                  <a:pt x="67066" y="58106"/>
                </a:lnTo>
                <a:lnTo>
                  <a:pt x="61674" y="76442"/>
                </a:lnTo>
                <a:lnTo>
                  <a:pt x="81312" y="82328"/>
                </a:lnTo>
                <a:cubicBezTo>
                  <a:pt x="88527" y="84490"/>
                  <a:pt x="92199" y="92486"/>
                  <a:pt x="89152" y="99387"/>
                </a:cubicBezTo>
                <a:lnTo>
                  <a:pt x="74410" y="132569"/>
                </a:lnTo>
                <a:cubicBezTo>
                  <a:pt x="72535" y="136788"/>
                  <a:pt x="67613" y="138663"/>
                  <a:pt x="63419" y="136788"/>
                </a:cubicBezTo>
                <a:cubicBezTo>
                  <a:pt x="59226" y="134913"/>
                  <a:pt x="57325" y="129990"/>
                  <a:pt x="59200" y="125797"/>
                </a:cubicBezTo>
                <a:lnTo>
                  <a:pt x="72014" y="96939"/>
                </a:lnTo>
                <a:lnTo>
                  <a:pt x="47037" y="89438"/>
                </a:lnTo>
                <a:cubicBezTo>
                  <a:pt x="38520" y="86886"/>
                  <a:pt x="33494" y="78057"/>
                  <a:pt x="35655" y="69436"/>
                </a:cubicBezTo>
                <a:lnTo>
                  <a:pt x="41568" y="45839"/>
                </a:lnTo>
                <a:lnTo>
                  <a:pt x="32218" y="45839"/>
                </a:lnTo>
                <a:close/>
                <a:moveTo>
                  <a:pt x="30108" y="92980"/>
                </a:moveTo>
                <a:cubicBezTo>
                  <a:pt x="33572" y="96861"/>
                  <a:pt x="38104" y="99830"/>
                  <a:pt x="43443" y="101419"/>
                </a:cubicBezTo>
                <a:lnTo>
                  <a:pt x="44667" y="101784"/>
                </a:lnTo>
                <a:lnTo>
                  <a:pt x="42870" y="106810"/>
                </a:lnTo>
                <a:cubicBezTo>
                  <a:pt x="41359" y="111056"/>
                  <a:pt x="38703" y="114832"/>
                  <a:pt x="35239" y="117697"/>
                </a:cubicBezTo>
                <a:lnTo>
                  <a:pt x="13778" y="135382"/>
                </a:lnTo>
                <a:cubicBezTo>
                  <a:pt x="10236" y="138299"/>
                  <a:pt x="4975" y="137804"/>
                  <a:pt x="2058" y="134262"/>
                </a:cubicBezTo>
                <a:cubicBezTo>
                  <a:pt x="-859" y="130719"/>
                  <a:pt x="-365" y="125458"/>
                  <a:pt x="3177" y="122541"/>
                </a:cubicBezTo>
                <a:lnTo>
                  <a:pt x="24638" y="104857"/>
                </a:lnTo>
                <a:cubicBezTo>
                  <a:pt x="25811" y="103893"/>
                  <a:pt x="26670" y="102643"/>
                  <a:pt x="27191" y="101237"/>
                </a:cubicBezTo>
                <a:lnTo>
                  <a:pt x="30108" y="92980"/>
                </a:ln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4FC4625-BB20-875C-D918-F36501A2BE99}"/>
              </a:ext>
            </a:extLst>
          </p:cNvPr>
          <p:cNvSpPr/>
          <p:nvPr/>
        </p:nvSpPr>
        <p:spPr>
          <a:xfrm>
            <a:off x="1576388" y="28956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体育比赛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1DC88A-2E2B-C22A-3B03-751CB97FED34}"/>
              </a:ext>
            </a:extLst>
          </p:cNvPr>
          <p:cNvSpPr/>
          <p:nvPr/>
        </p:nvSpPr>
        <p:spPr>
          <a:xfrm>
            <a:off x="4324350" y="2819400"/>
            <a:ext cx="3028950" cy="342900"/>
          </a:xfrm>
          <a:custGeom>
            <a:avLst/>
            <a:gdLst/>
            <a:ahLst/>
            <a:cxnLst/>
            <a:rect l="l" t="t" r="r" b="b"/>
            <a:pathLst>
              <a:path w="3028950" h="342900">
                <a:moveTo>
                  <a:pt x="76199" y="0"/>
                </a:moveTo>
                <a:lnTo>
                  <a:pt x="2952751" y="0"/>
                </a:lnTo>
                <a:cubicBezTo>
                  <a:pt x="2994834" y="0"/>
                  <a:pt x="3028950" y="34116"/>
                  <a:pt x="3028950" y="76199"/>
                </a:cubicBezTo>
                <a:lnTo>
                  <a:pt x="3028950" y="266701"/>
                </a:lnTo>
                <a:cubicBezTo>
                  <a:pt x="3028950" y="308784"/>
                  <a:pt x="2994834" y="342900"/>
                  <a:pt x="29527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C7899FE-30CB-1165-12F7-B61CF0E317B2}"/>
              </a:ext>
            </a:extLst>
          </p:cNvPr>
          <p:cNvSpPr/>
          <p:nvPr/>
        </p:nvSpPr>
        <p:spPr>
          <a:xfrm>
            <a:off x="4449366" y="29241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0035" y="13856"/>
                </a:moveTo>
                <a:lnTo>
                  <a:pt x="39666" y="47610"/>
                </a:lnTo>
                <a:cubicBezTo>
                  <a:pt x="38468" y="48938"/>
                  <a:pt x="38520" y="50996"/>
                  <a:pt x="39797" y="52272"/>
                </a:cubicBezTo>
                <a:cubicBezTo>
                  <a:pt x="47740" y="60216"/>
                  <a:pt x="60633" y="60216"/>
                  <a:pt x="68576" y="52272"/>
                </a:cubicBezTo>
                <a:lnTo>
                  <a:pt x="76859" y="43990"/>
                </a:lnTo>
                <a:cubicBezTo>
                  <a:pt x="77952" y="42896"/>
                  <a:pt x="79333" y="42297"/>
                  <a:pt x="80739" y="42193"/>
                </a:cubicBezTo>
                <a:cubicBezTo>
                  <a:pt x="82510" y="42037"/>
                  <a:pt x="84333" y="42636"/>
                  <a:pt x="85688" y="43990"/>
                </a:cubicBezTo>
                <a:lnTo>
                  <a:pt x="131683" y="89595"/>
                </a:lnTo>
                <a:lnTo>
                  <a:pt x="150019" y="75009"/>
                </a:lnTo>
                <a:lnTo>
                  <a:pt x="150019" y="0"/>
                </a:lnTo>
                <a:lnTo>
                  <a:pt x="120848" y="16669"/>
                </a:lnTo>
                <a:lnTo>
                  <a:pt x="114650" y="12528"/>
                </a:lnTo>
                <a:cubicBezTo>
                  <a:pt x="110535" y="9793"/>
                  <a:pt x="105716" y="8334"/>
                  <a:pt x="100768" y="8334"/>
                </a:cubicBezTo>
                <a:lnTo>
                  <a:pt x="82432" y="8334"/>
                </a:lnTo>
                <a:cubicBezTo>
                  <a:pt x="82146" y="8334"/>
                  <a:pt x="81833" y="8334"/>
                  <a:pt x="81547" y="8360"/>
                </a:cubicBezTo>
                <a:cubicBezTo>
                  <a:pt x="77145" y="8595"/>
                  <a:pt x="73004" y="10574"/>
                  <a:pt x="70035" y="13856"/>
                </a:cubicBezTo>
                <a:close/>
                <a:moveTo>
                  <a:pt x="30368" y="39250"/>
                </a:moveTo>
                <a:lnTo>
                  <a:pt x="58184" y="8334"/>
                </a:lnTo>
                <a:lnTo>
                  <a:pt x="47871" y="8334"/>
                </a:lnTo>
                <a:cubicBezTo>
                  <a:pt x="41229" y="8334"/>
                  <a:pt x="34874" y="10965"/>
                  <a:pt x="30186" y="15653"/>
                </a:cubicBezTo>
                <a:lnTo>
                  <a:pt x="0" y="50006"/>
                </a:lnTo>
                <a:lnTo>
                  <a:pt x="0" y="141684"/>
                </a:lnTo>
                <a:lnTo>
                  <a:pt x="37505" y="106263"/>
                </a:lnTo>
                <a:lnTo>
                  <a:pt x="40734" y="108946"/>
                </a:lnTo>
                <a:cubicBezTo>
                  <a:pt x="46725" y="113947"/>
                  <a:pt x="54278" y="116681"/>
                  <a:pt x="62065" y="116681"/>
                </a:cubicBezTo>
                <a:lnTo>
                  <a:pt x="66154" y="116681"/>
                </a:lnTo>
                <a:lnTo>
                  <a:pt x="64331" y="114858"/>
                </a:lnTo>
                <a:cubicBezTo>
                  <a:pt x="61883" y="112410"/>
                  <a:pt x="61883" y="108451"/>
                  <a:pt x="64331" y="106029"/>
                </a:cubicBezTo>
                <a:cubicBezTo>
                  <a:pt x="66779" y="103607"/>
                  <a:pt x="70738" y="103581"/>
                  <a:pt x="73160" y="106029"/>
                </a:cubicBezTo>
                <a:lnTo>
                  <a:pt x="83839" y="116707"/>
                </a:lnTo>
                <a:lnTo>
                  <a:pt x="86183" y="116707"/>
                </a:lnTo>
                <a:cubicBezTo>
                  <a:pt x="91157" y="116707"/>
                  <a:pt x="96028" y="115587"/>
                  <a:pt x="100455" y="113504"/>
                </a:cubicBezTo>
                <a:lnTo>
                  <a:pt x="93501" y="106524"/>
                </a:lnTo>
                <a:cubicBezTo>
                  <a:pt x="91053" y="104076"/>
                  <a:pt x="91053" y="100117"/>
                  <a:pt x="93501" y="97695"/>
                </a:cubicBezTo>
                <a:cubicBezTo>
                  <a:pt x="95949" y="95272"/>
                  <a:pt x="99908" y="95246"/>
                  <a:pt x="102330" y="97695"/>
                </a:cubicBezTo>
                <a:lnTo>
                  <a:pt x="110665" y="106029"/>
                </a:lnTo>
                <a:lnTo>
                  <a:pt x="115223" y="101471"/>
                </a:lnTo>
                <a:cubicBezTo>
                  <a:pt x="117541" y="99153"/>
                  <a:pt x="118218" y="95793"/>
                  <a:pt x="117202" y="92850"/>
                </a:cubicBezTo>
                <a:lnTo>
                  <a:pt x="81286" y="57221"/>
                </a:lnTo>
                <a:lnTo>
                  <a:pt x="77406" y="61101"/>
                </a:lnTo>
                <a:cubicBezTo>
                  <a:pt x="64565" y="73942"/>
                  <a:pt x="43782" y="73942"/>
                  <a:pt x="30941" y="61101"/>
                </a:cubicBezTo>
                <a:cubicBezTo>
                  <a:pt x="24951" y="55111"/>
                  <a:pt x="24717" y="45500"/>
                  <a:pt x="30368" y="39224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C4FE3D4-2FDD-90E3-3EA9-DA62B987154A}"/>
              </a:ext>
            </a:extLst>
          </p:cNvPr>
          <p:cNvSpPr/>
          <p:nvPr/>
        </p:nvSpPr>
        <p:spPr>
          <a:xfrm>
            <a:off x="4681538" y="28956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经验分享</a:t>
            </a:r>
            <a:endParaRPr lang="en-US" sz="16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8A36B13-67BA-489F-D2F2-63D7B5710E7B}"/>
              </a:ext>
            </a:extLst>
          </p:cNvPr>
          <p:cNvSpPr/>
          <p:nvPr/>
        </p:nvSpPr>
        <p:spPr>
          <a:xfrm>
            <a:off x="381000" y="5518874"/>
            <a:ext cx="1257300" cy="685800"/>
          </a:xfrm>
          <a:custGeom>
            <a:avLst/>
            <a:gdLst/>
            <a:ahLst/>
            <a:cxnLst/>
            <a:rect l="l" t="t" r="r" b="b"/>
            <a:pathLst>
              <a:path w="1257300" h="685800">
                <a:moveTo>
                  <a:pt x="76199" y="0"/>
                </a:moveTo>
                <a:lnTo>
                  <a:pt x="1181101" y="0"/>
                </a:lnTo>
                <a:cubicBezTo>
                  <a:pt x="1223184" y="0"/>
                  <a:pt x="1257300" y="34116"/>
                  <a:pt x="1257300" y="76199"/>
                </a:cubicBezTo>
                <a:lnTo>
                  <a:pt x="1257300" y="609601"/>
                </a:lnTo>
                <a:cubicBezTo>
                  <a:pt x="1257300" y="651656"/>
                  <a:pt x="1223156" y="685800"/>
                  <a:pt x="1181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65C15DB-CE86-FFBB-3C7B-7236200D8DD3}"/>
              </a:ext>
            </a:extLst>
          </p:cNvPr>
          <p:cNvSpPr/>
          <p:nvPr/>
        </p:nvSpPr>
        <p:spPr>
          <a:xfrm>
            <a:off x="438150" y="55513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78A64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500+</a:t>
            </a:r>
            <a:endParaRPr lang="en-US" sz="16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0144BDD3-5E90-DF9B-ADB9-50FBE87F7A65}"/>
              </a:ext>
            </a:extLst>
          </p:cNvPr>
          <p:cNvSpPr/>
          <p:nvPr/>
        </p:nvSpPr>
        <p:spPr>
          <a:xfrm>
            <a:off x="438150" y="594360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月活动量</a:t>
            </a:r>
            <a:endParaRPr lang="en-US" sz="16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B74E475E-C60F-9D05-53E4-F67A1100717B}"/>
              </a:ext>
            </a:extLst>
          </p:cNvPr>
          <p:cNvSpPr/>
          <p:nvPr/>
        </p:nvSpPr>
        <p:spPr>
          <a:xfrm>
            <a:off x="2554235" y="5551348"/>
            <a:ext cx="1257300" cy="685800"/>
          </a:xfrm>
          <a:custGeom>
            <a:avLst/>
            <a:gdLst/>
            <a:ahLst/>
            <a:cxnLst/>
            <a:rect l="l" t="t" r="r" b="b"/>
            <a:pathLst>
              <a:path w="1257300" h="685800">
                <a:moveTo>
                  <a:pt x="76199" y="0"/>
                </a:moveTo>
                <a:lnTo>
                  <a:pt x="1181101" y="0"/>
                </a:lnTo>
                <a:cubicBezTo>
                  <a:pt x="1223184" y="0"/>
                  <a:pt x="1257300" y="34116"/>
                  <a:pt x="1257300" y="76199"/>
                </a:cubicBezTo>
                <a:lnTo>
                  <a:pt x="1257300" y="609601"/>
                </a:lnTo>
                <a:cubicBezTo>
                  <a:pt x="1257300" y="651656"/>
                  <a:pt x="1223156" y="685800"/>
                  <a:pt x="1181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AEAE556-CBBC-44AC-B55A-BD21ACE8EA78}"/>
              </a:ext>
            </a:extLst>
          </p:cNvPr>
          <p:cNvSpPr/>
          <p:nvPr/>
        </p:nvSpPr>
        <p:spPr>
          <a:xfrm>
            <a:off x="2592335" y="55626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85%</a:t>
            </a:r>
            <a:endParaRPr lang="en-US" sz="16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231C264-043A-70CB-8D2C-D1CA7376BF80}"/>
              </a:ext>
            </a:extLst>
          </p:cNvPr>
          <p:cNvSpPr/>
          <p:nvPr/>
        </p:nvSpPr>
        <p:spPr>
          <a:xfrm>
            <a:off x="2616147" y="5980166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平均参与率</a:t>
            </a:r>
            <a:endParaRPr lang="en-US" sz="16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DC31720-4531-B028-9AD7-B8E0215FB97A}"/>
              </a:ext>
            </a:extLst>
          </p:cNvPr>
          <p:cNvSpPr/>
          <p:nvPr/>
        </p:nvSpPr>
        <p:spPr>
          <a:xfrm>
            <a:off x="5140943" y="5551348"/>
            <a:ext cx="1257300" cy="685800"/>
          </a:xfrm>
          <a:custGeom>
            <a:avLst/>
            <a:gdLst/>
            <a:ahLst/>
            <a:cxnLst/>
            <a:rect l="l" t="t" r="r" b="b"/>
            <a:pathLst>
              <a:path w="1257300" h="685800">
                <a:moveTo>
                  <a:pt x="76199" y="0"/>
                </a:moveTo>
                <a:lnTo>
                  <a:pt x="1181101" y="0"/>
                </a:lnTo>
                <a:cubicBezTo>
                  <a:pt x="1223184" y="0"/>
                  <a:pt x="1257300" y="34116"/>
                  <a:pt x="1257300" y="76199"/>
                </a:cubicBezTo>
                <a:lnTo>
                  <a:pt x="1257300" y="609601"/>
                </a:lnTo>
                <a:cubicBezTo>
                  <a:pt x="1257300" y="651656"/>
                  <a:pt x="1223156" y="685800"/>
                  <a:pt x="1181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B15E8521-8463-4C7C-06AA-890B54C4F080}"/>
              </a:ext>
            </a:extLst>
          </p:cNvPr>
          <p:cNvSpPr/>
          <p:nvPr/>
        </p:nvSpPr>
        <p:spPr>
          <a:xfrm>
            <a:off x="5179043" y="558944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B8A99A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4.9</a:t>
            </a:r>
            <a:endParaRPr lang="en-US" sz="16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3F1A922C-9B21-9A56-6874-8F2F54BA5C0E}"/>
              </a:ext>
            </a:extLst>
          </p:cNvPr>
          <p:cNvSpPr/>
          <p:nvPr/>
        </p:nvSpPr>
        <p:spPr>
          <a:xfrm>
            <a:off x="5183805" y="5992311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13131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用户满意度</a:t>
            </a:r>
            <a:endParaRPr lang="en-US" sz="16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FA05AC6-2922-4424-36A0-624E6E853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835" y="868117"/>
            <a:ext cx="2592206" cy="554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772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forwardpathway.com/9410f377bc45ae16022065a6325fc09b97c75e24.jp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C58">
                  <a:alpha val="95000"/>
                </a:srgbClr>
              </a:gs>
              <a:gs pos="50000">
                <a:srgbClr val="4A5C58">
                  <a:alpha val="85000"/>
                </a:srgbClr>
              </a:gs>
              <a:gs pos="100000">
                <a:srgbClr val="4A5C58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9621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5" name="Text 2"/>
          <p:cNvSpPr/>
          <p:nvPr/>
        </p:nvSpPr>
        <p:spPr>
          <a:xfrm>
            <a:off x="590748" y="217170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6215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952750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社交互动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719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连接有趣灵魂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85775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kern="0" spc="201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Interactive Community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20087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4A5C58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互动社区 · 分享校园生活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130746"/>
            <a:ext cx="5617257" cy="2152066"/>
          </a:xfrm>
          <a:custGeom>
            <a:avLst/>
            <a:gdLst/>
            <a:ahLst/>
            <a:cxnLst/>
            <a:rect l="l" t="t" r="r" b="b"/>
            <a:pathLst>
              <a:path w="5617257" h="2152066">
                <a:moveTo>
                  <a:pt x="109433" y="0"/>
                </a:moveTo>
                <a:lnTo>
                  <a:pt x="5507824" y="0"/>
                </a:lnTo>
                <a:cubicBezTo>
                  <a:pt x="5568262" y="0"/>
                  <a:pt x="5617257" y="48995"/>
                  <a:pt x="5617257" y="109433"/>
                </a:cubicBezTo>
                <a:lnTo>
                  <a:pt x="5617257" y="2042633"/>
                </a:lnTo>
                <a:cubicBezTo>
                  <a:pt x="5617257" y="2103071"/>
                  <a:pt x="5568262" y="2152066"/>
                  <a:pt x="5507824" y="2152066"/>
                </a:cubicBezTo>
                <a:lnTo>
                  <a:pt x="109433" y="2152066"/>
                </a:lnTo>
                <a:cubicBezTo>
                  <a:pt x="48995" y="2152066"/>
                  <a:pt x="0" y="2103071"/>
                  <a:pt x="0" y="2042633"/>
                </a:cubicBezTo>
                <a:lnTo>
                  <a:pt x="0" y="109433"/>
                </a:lnTo>
                <a:cubicBezTo>
                  <a:pt x="0" y="48995"/>
                  <a:pt x="48995" y="0"/>
                  <a:pt x="1094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14" dist="364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7135" y="1313125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D78A6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4800" y="1440790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85846" y="31026"/>
                </a:moveTo>
                <a:lnTo>
                  <a:pt x="91189" y="38399"/>
                </a:lnTo>
                <a:lnTo>
                  <a:pt x="96532" y="31026"/>
                </a:lnTo>
                <a:cubicBezTo>
                  <a:pt x="105438" y="18701"/>
                  <a:pt x="119757" y="11399"/>
                  <a:pt x="134967" y="11399"/>
                </a:cubicBezTo>
                <a:cubicBezTo>
                  <a:pt x="161148" y="11399"/>
                  <a:pt x="182378" y="32629"/>
                  <a:pt x="182378" y="58810"/>
                </a:cubicBezTo>
                <a:lnTo>
                  <a:pt x="182378" y="59736"/>
                </a:lnTo>
                <a:cubicBezTo>
                  <a:pt x="182378" y="99703"/>
                  <a:pt x="132545" y="146116"/>
                  <a:pt x="106542" y="165957"/>
                </a:cubicBezTo>
                <a:cubicBezTo>
                  <a:pt x="102125" y="169306"/>
                  <a:pt x="96710" y="170980"/>
                  <a:pt x="91189" y="170980"/>
                </a:cubicBezTo>
                <a:cubicBezTo>
                  <a:pt x="85668" y="170980"/>
                  <a:pt x="80218" y="169341"/>
                  <a:pt x="75837" y="165957"/>
                </a:cubicBezTo>
                <a:cubicBezTo>
                  <a:pt x="49833" y="146116"/>
                  <a:pt x="0" y="99703"/>
                  <a:pt x="0" y="59736"/>
                </a:cubicBezTo>
                <a:lnTo>
                  <a:pt x="0" y="58810"/>
                </a:lnTo>
                <a:cubicBezTo>
                  <a:pt x="0" y="32629"/>
                  <a:pt x="21230" y="11399"/>
                  <a:pt x="47411" y="11399"/>
                </a:cubicBezTo>
                <a:cubicBezTo>
                  <a:pt x="62621" y="11399"/>
                  <a:pt x="76941" y="18701"/>
                  <a:pt x="85846" y="31026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5"/>
          <p:cNvSpPr/>
          <p:nvPr/>
        </p:nvSpPr>
        <p:spPr>
          <a:xfrm>
            <a:off x="1130746" y="1313125"/>
            <a:ext cx="47600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表白墙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0746" y="1641406"/>
            <a:ext cx="4741840" cy="71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匿名或实名表达心意，为校园生活增添浪漫色彩。无论是对暗恋对象的真情告白，还是对朋友的感谢祝福，都能在这里找到表达的舞台。支持点赞、评论、送花等互动功能。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135" y="2462109"/>
            <a:ext cx="729514" cy="255330"/>
          </a:xfrm>
          <a:custGeom>
            <a:avLst/>
            <a:gdLst/>
            <a:ahLst/>
            <a:cxnLst/>
            <a:rect l="l" t="t" r="r" b="b"/>
            <a:pathLst>
              <a:path w="729514" h="255330">
                <a:moveTo>
                  <a:pt x="127665" y="0"/>
                </a:moveTo>
                <a:lnTo>
                  <a:pt x="601849" y="0"/>
                </a:lnTo>
                <a:cubicBezTo>
                  <a:pt x="672356" y="0"/>
                  <a:pt x="729514" y="57158"/>
                  <a:pt x="729514" y="127665"/>
                </a:cubicBezTo>
                <a:lnTo>
                  <a:pt x="729514" y="127665"/>
                </a:lnTo>
                <a:cubicBezTo>
                  <a:pt x="729514" y="198172"/>
                  <a:pt x="672356" y="255330"/>
                  <a:pt x="601849" y="255330"/>
                </a:cubicBezTo>
                <a:lnTo>
                  <a:pt x="127665" y="255330"/>
                </a:lnTo>
                <a:cubicBezTo>
                  <a:pt x="57158" y="255330"/>
                  <a:pt x="0" y="198172"/>
                  <a:pt x="0" y="127665"/>
                </a:cubicBezTo>
                <a:lnTo>
                  <a:pt x="0" y="127665"/>
                </a:lnTo>
                <a:cubicBezTo>
                  <a:pt x="0" y="57158"/>
                  <a:pt x="57158" y="0"/>
                  <a:pt x="127665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7135" y="2462109"/>
            <a:ext cx="793346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匿名发布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49601" y="2462109"/>
            <a:ext cx="729514" cy="255330"/>
          </a:xfrm>
          <a:custGeom>
            <a:avLst/>
            <a:gdLst/>
            <a:ahLst/>
            <a:cxnLst/>
            <a:rect l="l" t="t" r="r" b="b"/>
            <a:pathLst>
              <a:path w="729514" h="255330">
                <a:moveTo>
                  <a:pt x="127665" y="0"/>
                </a:moveTo>
                <a:lnTo>
                  <a:pt x="601849" y="0"/>
                </a:lnTo>
                <a:cubicBezTo>
                  <a:pt x="672356" y="0"/>
                  <a:pt x="729514" y="57158"/>
                  <a:pt x="729514" y="127665"/>
                </a:cubicBezTo>
                <a:lnTo>
                  <a:pt x="729514" y="127665"/>
                </a:lnTo>
                <a:cubicBezTo>
                  <a:pt x="729514" y="198172"/>
                  <a:pt x="672356" y="255330"/>
                  <a:pt x="601849" y="255330"/>
                </a:cubicBezTo>
                <a:lnTo>
                  <a:pt x="127665" y="255330"/>
                </a:lnTo>
                <a:cubicBezTo>
                  <a:pt x="57158" y="255330"/>
                  <a:pt x="0" y="198172"/>
                  <a:pt x="0" y="127665"/>
                </a:cubicBezTo>
                <a:lnTo>
                  <a:pt x="0" y="127665"/>
                </a:lnTo>
                <a:cubicBezTo>
                  <a:pt x="0" y="57158"/>
                  <a:pt x="57158" y="0"/>
                  <a:pt x="127665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49601" y="2462109"/>
            <a:ext cx="793346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互动点赞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52066" y="2462109"/>
            <a:ext cx="729514" cy="255330"/>
          </a:xfrm>
          <a:custGeom>
            <a:avLst/>
            <a:gdLst/>
            <a:ahLst/>
            <a:cxnLst/>
            <a:rect l="l" t="t" r="r" b="b"/>
            <a:pathLst>
              <a:path w="729514" h="255330">
                <a:moveTo>
                  <a:pt x="127665" y="0"/>
                </a:moveTo>
                <a:lnTo>
                  <a:pt x="601849" y="0"/>
                </a:lnTo>
                <a:cubicBezTo>
                  <a:pt x="672356" y="0"/>
                  <a:pt x="729514" y="57158"/>
                  <a:pt x="729514" y="127665"/>
                </a:cubicBezTo>
                <a:lnTo>
                  <a:pt x="729514" y="127665"/>
                </a:lnTo>
                <a:cubicBezTo>
                  <a:pt x="729514" y="198172"/>
                  <a:pt x="672356" y="255330"/>
                  <a:pt x="601849" y="255330"/>
                </a:cubicBezTo>
                <a:lnTo>
                  <a:pt x="127665" y="255330"/>
                </a:lnTo>
                <a:cubicBezTo>
                  <a:pt x="57158" y="255330"/>
                  <a:pt x="0" y="198172"/>
                  <a:pt x="0" y="127665"/>
                </a:cubicBezTo>
                <a:lnTo>
                  <a:pt x="0" y="127665"/>
                </a:lnTo>
                <a:cubicBezTo>
                  <a:pt x="0" y="57158"/>
                  <a:pt x="57158" y="0"/>
                  <a:pt x="127665" y="0"/>
                </a:cubicBezTo>
                <a:close/>
              </a:path>
            </a:pathLst>
          </a:custGeom>
          <a:solidFill>
            <a:srgbClr val="D78A64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52066" y="2462109"/>
            <a:ext cx="793346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情感支持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4757" y="3426912"/>
            <a:ext cx="5617257" cy="2152066"/>
          </a:xfrm>
          <a:custGeom>
            <a:avLst/>
            <a:gdLst/>
            <a:ahLst/>
            <a:cxnLst/>
            <a:rect l="l" t="t" r="r" b="b"/>
            <a:pathLst>
              <a:path w="5617257" h="2152066">
                <a:moveTo>
                  <a:pt x="109433" y="0"/>
                </a:moveTo>
                <a:lnTo>
                  <a:pt x="5507824" y="0"/>
                </a:lnTo>
                <a:cubicBezTo>
                  <a:pt x="5568262" y="0"/>
                  <a:pt x="5617257" y="48995"/>
                  <a:pt x="5617257" y="109433"/>
                </a:cubicBezTo>
                <a:lnTo>
                  <a:pt x="5617257" y="2042633"/>
                </a:lnTo>
                <a:cubicBezTo>
                  <a:pt x="5617257" y="2103071"/>
                  <a:pt x="5568262" y="2152066"/>
                  <a:pt x="5507824" y="2152066"/>
                </a:cubicBezTo>
                <a:lnTo>
                  <a:pt x="109433" y="2152066"/>
                </a:lnTo>
                <a:cubicBezTo>
                  <a:pt x="48995" y="2152066"/>
                  <a:pt x="0" y="2103071"/>
                  <a:pt x="0" y="2042633"/>
                </a:cubicBezTo>
                <a:lnTo>
                  <a:pt x="0" y="109433"/>
                </a:lnTo>
                <a:cubicBezTo>
                  <a:pt x="0" y="48995"/>
                  <a:pt x="48995" y="0"/>
                  <a:pt x="1094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14" dist="364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135" y="3609290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4A5C58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3402" y="3736955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36784" y="51294"/>
                </a:moveTo>
                <a:cubicBezTo>
                  <a:pt x="136784" y="85917"/>
                  <a:pt x="106150" y="113987"/>
                  <a:pt x="68392" y="113987"/>
                </a:cubicBezTo>
                <a:cubicBezTo>
                  <a:pt x="58881" y="113987"/>
                  <a:pt x="49833" y="112205"/>
                  <a:pt x="41605" y="109000"/>
                </a:cubicBezTo>
                <a:lnTo>
                  <a:pt x="12539" y="124388"/>
                </a:lnTo>
                <a:cubicBezTo>
                  <a:pt x="9226" y="126133"/>
                  <a:pt x="5165" y="125528"/>
                  <a:pt x="2493" y="122892"/>
                </a:cubicBezTo>
                <a:cubicBezTo>
                  <a:pt x="-178" y="120256"/>
                  <a:pt x="-784" y="116159"/>
                  <a:pt x="997" y="112847"/>
                </a:cubicBezTo>
                <a:lnTo>
                  <a:pt x="13678" y="88909"/>
                </a:lnTo>
                <a:cubicBezTo>
                  <a:pt x="5094" y="78437"/>
                  <a:pt x="0" y="65400"/>
                  <a:pt x="0" y="51294"/>
                </a:cubicBezTo>
                <a:cubicBezTo>
                  <a:pt x="0" y="16671"/>
                  <a:pt x="30634" y="-11399"/>
                  <a:pt x="68392" y="-11399"/>
                </a:cubicBezTo>
                <a:cubicBezTo>
                  <a:pt x="106150" y="-11399"/>
                  <a:pt x="136784" y="16671"/>
                  <a:pt x="136784" y="51294"/>
                </a:cubicBezTo>
                <a:close/>
                <a:moveTo>
                  <a:pt x="136784" y="182378"/>
                </a:moveTo>
                <a:cubicBezTo>
                  <a:pt x="103265" y="182378"/>
                  <a:pt x="75374" y="160258"/>
                  <a:pt x="69532" y="131085"/>
                </a:cubicBezTo>
                <a:cubicBezTo>
                  <a:pt x="112277" y="130550"/>
                  <a:pt x="149429" y="100130"/>
                  <a:pt x="153526" y="58881"/>
                </a:cubicBezTo>
                <a:cubicBezTo>
                  <a:pt x="183198" y="65720"/>
                  <a:pt x="205176" y="90334"/>
                  <a:pt x="205176" y="119686"/>
                </a:cubicBezTo>
                <a:cubicBezTo>
                  <a:pt x="205176" y="133792"/>
                  <a:pt x="200082" y="146829"/>
                  <a:pt x="191497" y="157301"/>
                </a:cubicBezTo>
                <a:lnTo>
                  <a:pt x="204178" y="181239"/>
                </a:lnTo>
                <a:cubicBezTo>
                  <a:pt x="205924" y="184551"/>
                  <a:pt x="205318" y="188612"/>
                  <a:pt x="202682" y="191284"/>
                </a:cubicBezTo>
                <a:cubicBezTo>
                  <a:pt x="200046" y="193955"/>
                  <a:pt x="195950" y="194561"/>
                  <a:pt x="192637" y="192780"/>
                </a:cubicBezTo>
                <a:lnTo>
                  <a:pt x="163571" y="177392"/>
                </a:lnTo>
                <a:cubicBezTo>
                  <a:pt x="155342" y="180597"/>
                  <a:pt x="146295" y="182378"/>
                  <a:pt x="136784" y="182378"/>
                </a:cubicBez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746" y="3609290"/>
            <a:ext cx="47600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校园论坛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0746" y="3937571"/>
            <a:ext cx="4741840" cy="71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涵盖学习交流、生活分享、兴趣爱好等多个版块，学生可以在这里发布动态、分享学习资源、交流校园生活经验。论坛采用</a:t>
            </a:r>
            <a:r>
              <a:rPr lang="en-US" sz="1149" b="1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话题标签</a:t>
            </a:r>
            <a:r>
              <a:rPr lang="en-US" sz="1149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149" b="1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热度排序</a:t>
            </a:r>
            <a:r>
              <a:rPr lang="en-US" sz="1149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机制，让优质内容更易被发现。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135" y="4758274"/>
            <a:ext cx="729514" cy="255330"/>
          </a:xfrm>
          <a:custGeom>
            <a:avLst/>
            <a:gdLst/>
            <a:ahLst/>
            <a:cxnLst/>
            <a:rect l="l" t="t" r="r" b="b"/>
            <a:pathLst>
              <a:path w="729514" h="255330">
                <a:moveTo>
                  <a:pt x="127665" y="0"/>
                </a:moveTo>
                <a:lnTo>
                  <a:pt x="601849" y="0"/>
                </a:lnTo>
                <a:cubicBezTo>
                  <a:pt x="672356" y="0"/>
                  <a:pt x="729514" y="57158"/>
                  <a:pt x="729514" y="127665"/>
                </a:cubicBezTo>
                <a:lnTo>
                  <a:pt x="729514" y="127665"/>
                </a:lnTo>
                <a:cubicBezTo>
                  <a:pt x="729514" y="198172"/>
                  <a:pt x="672356" y="255330"/>
                  <a:pt x="601849" y="255330"/>
                </a:cubicBezTo>
                <a:lnTo>
                  <a:pt x="127665" y="255330"/>
                </a:lnTo>
                <a:cubicBezTo>
                  <a:pt x="57158" y="255330"/>
                  <a:pt x="0" y="198172"/>
                  <a:pt x="0" y="127665"/>
                </a:cubicBezTo>
                <a:lnTo>
                  <a:pt x="0" y="127665"/>
                </a:lnTo>
                <a:cubicBezTo>
                  <a:pt x="0" y="57158"/>
                  <a:pt x="57158" y="0"/>
                  <a:pt x="127665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7135" y="4758274"/>
            <a:ext cx="793346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学习交流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49601" y="4758274"/>
            <a:ext cx="729514" cy="255330"/>
          </a:xfrm>
          <a:custGeom>
            <a:avLst/>
            <a:gdLst/>
            <a:ahLst/>
            <a:cxnLst/>
            <a:rect l="l" t="t" r="r" b="b"/>
            <a:pathLst>
              <a:path w="729514" h="255330">
                <a:moveTo>
                  <a:pt x="127665" y="0"/>
                </a:moveTo>
                <a:lnTo>
                  <a:pt x="601849" y="0"/>
                </a:lnTo>
                <a:cubicBezTo>
                  <a:pt x="672356" y="0"/>
                  <a:pt x="729514" y="57158"/>
                  <a:pt x="729514" y="127665"/>
                </a:cubicBezTo>
                <a:lnTo>
                  <a:pt x="729514" y="127665"/>
                </a:lnTo>
                <a:cubicBezTo>
                  <a:pt x="729514" y="198172"/>
                  <a:pt x="672356" y="255330"/>
                  <a:pt x="601849" y="255330"/>
                </a:cubicBezTo>
                <a:lnTo>
                  <a:pt x="127665" y="255330"/>
                </a:lnTo>
                <a:cubicBezTo>
                  <a:pt x="57158" y="255330"/>
                  <a:pt x="0" y="198172"/>
                  <a:pt x="0" y="127665"/>
                </a:cubicBezTo>
                <a:lnTo>
                  <a:pt x="0" y="127665"/>
                </a:lnTo>
                <a:cubicBezTo>
                  <a:pt x="0" y="57158"/>
                  <a:pt x="57158" y="0"/>
                  <a:pt x="127665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49601" y="4758274"/>
            <a:ext cx="793346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生活分享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52066" y="4758274"/>
            <a:ext cx="729514" cy="255330"/>
          </a:xfrm>
          <a:custGeom>
            <a:avLst/>
            <a:gdLst/>
            <a:ahLst/>
            <a:cxnLst/>
            <a:rect l="l" t="t" r="r" b="b"/>
            <a:pathLst>
              <a:path w="729514" h="255330">
                <a:moveTo>
                  <a:pt x="127665" y="0"/>
                </a:moveTo>
                <a:lnTo>
                  <a:pt x="601849" y="0"/>
                </a:lnTo>
                <a:cubicBezTo>
                  <a:pt x="672356" y="0"/>
                  <a:pt x="729514" y="57158"/>
                  <a:pt x="729514" y="127665"/>
                </a:cubicBezTo>
                <a:lnTo>
                  <a:pt x="729514" y="127665"/>
                </a:lnTo>
                <a:cubicBezTo>
                  <a:pt x="729514" y="198172"/>
                  <a:pt x="672356" y="255330"/>
                  <a:pt x="601849" y="255330"/>
                </a:cubicBezTo>
                <a:lnTo>
                  <a:pt x="127665" y="255330"/>
                </a:lnTo>
                <a:cubicBezTo>
                  <a:pt x="57158" y="255330"/>
                  <a:pt x="0" y="198172"/>
                  <a:pt x="0" y="127665"/>
                </a:cubicBezTo>
                <a:lnTo>
                  <a:pt x="0" y="127665"/>
                </a:lnTo>
                <a:cubicBezTo>
                  <a:pt x="0" y="57158"/>
                  <a:pt x="57158" y="0"/>
                  <a:pt x="127665" y="0"/>
                </a:cubicBezTo>
                <a:close/>
              </a:path>
            </a:pathLst>
          </a:custGeom>
          <a:solidFill>
            <a:srgbClr val="4A5C58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152066" y="4758274"/>
            <a:ext cx="793346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话题讨论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4757" y="5723077"/>
            <a:ext cx="5617257" cy="1276649"/>
          </a:xfrm>
          <a:custGeom>
            <a:avLst/>
            <a:gdLst/>
            <a:ahLst/>
            <a:cxnLst/>
            <a:rect l="l" t="t" r="r" b="b"/>
            <a:pathLst>
              <a:path w="5617257" h="1276649">
                <a:moveTo>
                  <a:pt x="109422" y="0"/>
                </a:moveTo>
                <a:lnTo>
                  <a:pt x="5507835" y="0"/>
                </a:lnTo>
                <a:cubicBezTo>
                  <a:pt x="5568267" y="0"/>
                  <a:pt x="5617257" y="48990"/>
                  <a:pt x="5617257" y="109422"/>
                </a:cubicBezTo>
                <a:lnTo>
                  <a:pt x="5617257" y="1167228"/>
                </a:lnTo>
                <a:cubicBezTo>
                  <a:pt x="5617257" y="1227659"/>
                  <a:pt x="5568267" y="1276649"/>
                  <a:pt x="5507835" y="1276649"/>
                </a:cubicBezTo>
                <a:lnTo>
                  <a:pt x="109422" y="1276649"/>
                </a:lnTo>
                <a:cubicBezTo>
                  <a:pt x="48990" y="1276649"/>
                  <a:pt x="0" y="1227659"/>
                  <a:pt x="0" y="1167228"/>
                </a:cubicBezTo>
                <a:lnTo>
                  <a:pt x="0" y="109422"/>
                </a:lnTo>
                <a:cubicBezTo>
                  <a:pt x="0" y="48990"/>
                  <a:pt x="48990" y="0"/>
                  <a:pt x="1094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14" dist="364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135" y="5905455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B8A99A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74800" y="6033120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136784" y="68392"/>
                </a:moveTo>
                <a:cubicBezTo>
                  <a:pt x="155663" y="68392"/>
                  <a:pt x="170980" y="53075"/>
                  <a:pt x="170980" y="34196"/>
                </a:cubicBezTo>
                <a:cubicBezTo>
                  <a:pt x="170980" y="15317"/>
                  <a:pt x="155663" y="0"/>
                  <a:pt x="136784" y="0"/>
                </a:cubicBezTo>
                <a:cubicBezTo>
                  <a:pt x="117905" y="0"/>
                  <a:pt x="102588" y="15317"/>
                  <a:pt x="102588" y="34196"/>
                </a:cubicBezTo>
                <a:cubicBezTo>
                  <a:pt x="102588" y="36119"/>
                  <a:pt x="102766" y="38043"/>
                  <a:pt x="103051" y="39895"/>
                </a:cubicBezTo>
                <a:lnTo>
                  <a:pt x="56851" y="65578"/>
                </a:lnTo>
                <a:cubicBezTo>
                  <a:pt x="50831" y="60235"/>
                  <a:pt x="42887" y="56993"/>
                  <a:pt x="34196" y="56993"/>
                </a:cubicBezTo>
                <a:cubicBezTo>
                  <a:pt x="15317" y="56993"/>
                  <a:pt x="0" y="72310"/>
                  <a:pt x="0" y="91189"/>
                </a:cubicBezTo>
                <a:cubicBezTo>
                  <a:pt x="0" y="110068"/>
                  <a:pt x="15317" y="125385"/>
                  <a:pt x="34196" y="125385"/>
                </a:cubicBezTo>
                <a:cubicBezTo>
                  <a:pt x="42887" y="125385"/>
                  <a:pt x="50795" y="122144"/>
                  <a:pt x="56851" y="116801"/>
                </a:cubicBezTo>
                <a:lnTo>
                  <a:pt x="103051" y="142483"/>
                </a:lnTo>
                <a:cubicBezTo>
                  <a:pt x="102730" y="144335"/>
                  <a:pt x="102588" y="146223"/>
                  <a:pt x="102588" y="148182"/>
                </a:cubicBezTo>
                <a:cubicBezTo>
                  <a:pt x="102588" y="167062"/>
                  <a:pt x="117905" y="182378"/>
                  <a:pt x="136784" y="182378"/>
                </a:cubicBezTo>
                <a:cubicBezTo>
                  <a:pt x="155663" y="182378"/>
                  <a:pt x="170980" y="167062"/>
                  <a:pt x="170980" y="148182"/>
                </a:cubicBezTo>
                <a:cubicBezTo>
                  <a:pt x="170980" y="129303"/>
                  <a:pt x="155663" y="113987"/>
                  <a:pt x="136784" y="113987"/>
                </a:cubicBezTo>
                <a:cubicBezTo>
                  <a:pt x="128092" y="113987"/>
                  <a:pt x="120185" y="117228"/>
                  <a:pt x="114129" y="122571"/>
                </a:cubicBezTo>
                <a:lnTo>
                  <a:pt x="67929" y="96889"/>
                </a:lnTo>
                <a:cubicBezTo>
                  <a:pt x="68249" y="95036"/>
                  <a:pt x="68392" y="93148"/>
                  <a:pt x="68392" y="91189"/>
                </a:cubicBezTo>
                <a:cubicBezTo>
                  <a:pt x="68392" y="89230"/>
                  <a:pt x="68214" y="87342"/>
                  <a:pt x="67929" y="85490"/>
                </a:cubicBezTo>
                <a:lnTo>
                  <a:pt x="114129" y="59807"/>
                </a:lnTo>
                <a:cubicBezTo>
                  <a:pt x="120149" y="65150"/>
                  <a:pt x="128092" y="68392"/>
                  <a:pt x="136784" y="68392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29" name="Text 27"/>
          <p:cNvSpPr/>
          <p:nvPr/>
        </p:nvSpPr>
        <p:spPr>
          <a:xfrm>
            <a:off x="1130746" y="5905455"/>
            <a:ext cx="47600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4A5C5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社交互动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0746" y="6233737"/>
            <a:ext cx="4741840" cy="47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31313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支持点赞、评论、转发、收藏等多种互动操作，营造积极正向的社区氛围。用户可以关注感兴趣的人或话题，建立属于自己的社交圈子。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866432" y="1337445"/>
            <a:ext cx="159581" cy="127665"/>
          </a:xfrm>
          <a:custGeom>
            <a:avLst/>
            <a:gdLst/>
            <a:ahLst/>
            <a:cxnLst/>
            <a:rect l="l" t="t" r="r" b="b"/>
            <a:pathLst>
              <a:path w="159581" h="127665">
                <a:moveTo>
                  <a:pt x="79791" y="3990"/>
                </a:moveTo>
                <a:cubicBezTo>
                  <a:pt x="94103" y="3990"/>
                  <a:pt x="105723" y="15609"/>
                  <a:pt x="105723" y="29921"/>
                </a:cubicBezTo>
                <a:cubicBezTo>
                  <a:pt x="105723" y="44234"/>
                  <a:pt x="94103" y="55853"/>
                  <a:pt x="79791" y="55853"/>
                </a:cubicBezTo>
                <a:cubicBezTo>
                  <a:pt x="65478" y="55853"/>
                  <a:pt x="53859" y="44234"/>
                  <a:pt x="53859" y="29921"/>
                </a:cubicBezTo>
                <a:cubicBezTo>
                  <a:pt x="53859" y="15609"/>
                  <a:pt x="65478" y="3990"/>
                  <a:pt x="79791" y="3990"/>
                </a:cubicBezTo>
                <a:close/>
                <a:moveTo>
                  <a:pt x="23937" y="21942"/>
                </a:moveTo>
                <a:cubicBezTo>
                  <a:pt x="33846" y="21942"/>
                  <a:pt x="41890" y="29987"/>
                  <a:pt x="41890" y="39895"/>
                </a:cubicBezTo>
                <a:cubicBezTo>
                  <a:pt x="41890" y="49804"/>
                  <a:pt x="33846" y="57848"/>
                  <a:pt x="23937" y="57848"/>
                </a:cubicBezTo>
                <a:cubicBezTo>
                  <a:pt x="14029" y="57848"/>
                  <a:pt x="5984" y="49804"/>
                  <a:pt x="5984" y="39895"/>
                </a:cubicBezTo>
                <a:cubicBezTo>
                  <a:pt x="5984" y="29987"/>
                  <a:pt x="14029" y="21942"/>
                  <a:pt x="23937" y="21942"/>
                </a:cubicBezTo>
                <a:close/>
                <a:moveTo>
                  <a:pt x="0" y="103728"/>
                </a:moveTo>
                <a:cubicBezTo>
                  <a:pt x="0" y="86099"/>
                  <a:pt x="14287" y="71812"/>
                  <a:pt x="31916" y="71812"/>
                </a:cubicBezTo>
                <a:cubicBezTo>
                  <a:pt x="35108" y="71812"/>
                  <a:pt x="38200" y="72285"/>
                  <a:pt x="41117" y="73158"/>
                </a:cubicBezTo>
                <a:cubicBezTo>
                  <a:pt x="32914" y="82334"/>
                  <a:pt x="27927" y="94452"/>
                  <a:pt x="27927" y="107717"/>
                </a:cubicBezTo>
                <a:lnTo>
                  <a:pt x="27927" y="111707"/>
                </a:lnTo>
                <a:cubicBezTo>
                  <a:pt x="27927" y="114549"/>
                  <a:pt x="28525" y="117242"/>
                  <a:pt x="29597" y="119686"/>
                </a:cubicBezTo>
                <a:lnTo>
                  <a:pt x="7979" y="119686"/>
                </a:lnTo>
                <a:cubicBezTo>
                  <a:pt x="3566" y="119686"/>
                  <a:pt x="0" y="116120"/>
                  <a:pt x="0" y="111707"/>
                </a:cubicBezTo>
                <a:lnTo>
                  <a:pt x="0" y="103728"/>
                </a:lnTo>
                <a:close/>
                <a:moveTo>
                  <a:pt x="129984" y="119686"/>
                </a:moveTo>
                <a:cubicBezTo>
                  <a:pt x="131056" y="117242"/>
                  <a:pt x="131654" y="114549"/>
                  <a:pt x="131654" y="111707"/>
                </a:cubicBezTo>
                <a:lnTo>
                  <a:pt x="131654" y="107717"/>
                </a:lnTo>
                <a:cubicBezTo>
                  <a:pt x="131654" y="94452"/>
                  <a:pt x="126668" y="82334"/>
                  <a:pt x="118464" y="73158"/>
                </a:cubicBezTo>
                <a:cubicBezTo>
                  <a:pt x="121381" y="72285"/>
                  <a:pt x="124473" y="71812"/>
                  <a:pt x="127665" y="71812"/>
                </a:cubicBezTo>
                <a:cubicBezTo>
                  <a:pt x="145294" y="71812"/>
                  <a:pt x="159581" y="86099"/>
                  <a:pt x="159581" y="103728"/>
                </a:cubicBezTo>
                <a:lnTo>
                  <a:pt x="159581" y="111707"/>
                </a:lnTo>
                <a:cubicBezTo>
                  <a:pt x="159581" y="116120"/>
                  <a:pt x="156016" y="119686"/>
                  <a:pt x="151602" y="119686"/>
                </a:cubicBezTo>
                <a:lnTo>
                  <a:pt x="129984" y="119686"/>
                </a:lnTo>
                <a:close/>
                <a:moveTo>
                  <a:pt x="117691" y="39895"/>
                </a:moveTo>
                <a:cubicBezTo>
                  <a:pt x="117691" y="29987"/>
                  <a:pt x="125736" y="21942"/>
                  <a:pt x="135644" y="21942"/>
                </a:cubicBezTo>
                <a:cubicBezTo>
                  <a:pt x="145552" y="21942"/>
                  <a:pt x="153597" y="29987"/>
                  <a:pt x="153597" y="39895"/>
                </a:cubicBezTo>
                <a:cubicBezTo>
                  <a:pt x="153597" y="49804"/>
                  <a:pt x="145552" y="57848"/>
                  <a:pt x="135644" y="57848"/>
                </a:cubicBezTo>
                <a:cubicBezTo>
                  <a:pt x="125736" y="57848"/>
                  <a:pt x="117691" y="49804"/>
                  <a:pt x="117691" y="39895"/>
                </a:cubicBezTo>
                <a:close/>
                <a:moveTo>
                  <a:pt x="39895" y="107717"/>
                </a:moveTo>
                <a:cubicBezTo>
                  <a:pt x="39895" y="85675"/>
                  <a:pt x="57748" y="67822"/>
                  <a:pt x="79791" y="67822"/>
                </a:cubicBezTo>
                <a:cubicBezTo>
                  <a:pt x="101833" y="67822"/>
                  <a:pt x="119686" y="85675"/>
                  <a:pt x="119686" y="107717"/>
                </a:cubicBezTo>
                <a:lnTo>
                  <a:pt x="119686" y="111707"/>
                </a:lnTo>
                <a:cubicBezTo>
                  <a:pt x="119686" y="116120"/>
                  <a:pt x="116120" y="119686"/>
                  <a:pt x="111707" y="119686"/>
                </a:cubicBezTo>
                <a:lnTo>
                  <a:pt x="47874" y="119686"/>
                </a:lnTo>
                <a:cubicBezTo>
                  <a:pt x="43461" y="119686"/>
                  <a:pt x="39895" y="116120"/>
                  <a:pt x="39895" y="111707"/>
                </a:cubicBezTo>
                <a:lnTo>
                  <a:pt x="39895" y="107717"/>
                </a:lnTo>
                <a:close/>
              </a:path>
            </a:pathLst>
          </a:custGeom>
          <a:solidFill>
            <a:srgbClr val="F8F5F1"/>
          </a:solidFill>
          <a:ln/>
        </p:spPr>
      </p:sp>
      <p:sp>
        <p:nvSpPr>
          <p:cNvPr id="34" name="Text 31"/>
          <p:cNvSpPr/>
          <p:nvPr/>
        </p:nvSpPr>
        <p:spPr>
          <a:xfrm>
            <a:off x="10945057" y="1276649"/>
            <a:ext cx="803632" cy="255330"/>
          </a:xfrm>
          <a:prstGeom prst="rect">
            <a:avLst/>
          </a:prstGeom>
          <a:noFill/>
          <a:ln/>
        </p:spPr>
        <p:txBody>
          <a:bodyPr wrap="square" lIns="109427" tIns="36476" rIns="109427" bIns="36476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活跃用户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87236" y="4592331"/>
            <a:ext cx="534368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社区数据概览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87236" y="4993563"/>
            <a:ext cx="2553298" cy="729514"/>
          </a:xfrm>
          <a:custGeom>
            <a:avLst/>
            <a:gdLst/>
            <a:ahLst/>
            <a:cxnLst/>
            <a:rect l="l" t="t" r="r" b="b"/>
            <a:pathLst>
              <a:path w="2553298" h="729514">
                <a:moveTo>
                  <a:pt x="72951" y="0"/>
                </a:moveTo>
                <a:lnTo>
                  <a:pt x="2480347" y="0"/>
                </a:lnTo>
                <a:cubicBezTo>
                  <a:pt x="2520637" y="0"/>
                  <a:pt x="2553298" y="32661"/>
                  <a:pt x="2553298" y="72951"/>
                </a:cubicBezTo>
                <a:lnTo>
                  <a:pt x="2553298" y="656562"/>
                </a:lnTo>
                <a:cubicBezTo>
                  <a:pt x="2553298" y="696852"/>
                  <a:pt x="2520637" y="729514"/>
                  <a:pt x="2480347" y="729514"/>
                </a:cubicBezTo>
                <a:lnTo>
                  <a:pt x="72951" y="729514"/>
                </a:lnTo>
                <a:cubicBezTo>
                  <a:pt x="32661" y="729514"/>
                  <a:pt x="0" y="696852"/>
                  <a:pt x="0" y="656562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441949" y="5102990"/>
            <a:ext cx="2443871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10k+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64746" y="5431271"/>
            <a:ext cx="239827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月活跃用户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088432" y="4993563"/>
            <a:ext cx="2553298" cy="729514"/>
          </a:xfrm>
          <a:custGeom>
            <a:avLst/>
            <a:gdLst/>
            <a:ahLst/>
            <a:cxnLst/>
            <a:rect l="l" t="t" r="r" b="b"/>
            <a:pathLst>
              <a:path w="2553298" h="729514">
                <a:moveTo>
                  <a:pt x="72951" y="0"/>
                </a:moveTo>
                <a:lnTo>
                  <a:pt x="2480347" y="0"/>
                </a:lnTo>
                <a:cubicBezTo>
                  <a:pt x="2520637" y="0"/>
                  <a:pt x="2553298" y="32661"/>
                  <a:pt x="2553298" y="72951"/>
                </a:cubicBezTo>
                <a:lnTo>
                  <a:pt x="2553298" y="656562"/>
                </a:lnTo>
                <a:cubicBezTo>
                  <a:pt x="2553298" y="696852"/>
                  <a:pt x="2520637" y="729514"/>
                  <a:pt x="2480347" y="729514"/>
                </a:cubicBezTo>
                <a:lnTo>
                  <a:pt x="72951" y="729514"/>
                </a:lnTo>
                <a:cubicBezTo>
                  <a:pt x="32661" y="729514"/>
                  <a:pt x="0" y="696852"/>
                  <a:pt x="0" y="656562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143145" y="5102990"/>
            <a:ext cx="2443871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3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5000+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165942" y="5431271"/>
            <a:ext cx="239827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日均发帖量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87236" y="5868980"/>
            <a:ext cx="57449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学习交流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387825" y="5868980"/>
            <a:ext cx="31916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35%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87236" y="6124310"/>
            <a:ext cx="57449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生活分享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387825" y="6124310"/>
            <a:ext cx="31916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28%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87236" y="6379639"/>
            <a:ext cx="57449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情感话题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395615" y="6379639"/>
            <a:ext cx="31004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22%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87236" y="6634969"/>
            <a:ext cx="57449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其他内容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1412713" y="6634969"/>
            <a:ext cx="2918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DDE32D0B-24EF-F2B1-4C3E-70E901AD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169" y="1130746"/>
            <a:ext cx="2374651" cy="5013604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0B242EFC-6212-54AE-D7F4-72EE8DDB5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723" y="1130746"/>
            <a:ext cx="2347294" cy="50252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krwoo.com/e63d520941ba70cf0289af014feadbb7c012e772.jp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5C58">
                  <a:alpha val="90000"/>
                </a:srgbClr>
              </a:gs>
              <a:gs pos="50000">
                <a:srgbClr val="4A5C58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2400300" y="372666"/>
            <a:ext cx="739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60" dirty="0">
                <a:solidFill>
                  <a:srgbClr val="D78A64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Campus Journey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266950" y="753666"/>
            <a:ext cx="7658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校园行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174426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7" name="Text 4"/>
          <p:cNvSpPr/>
          <p:nvPr/>
        </p:nvSpPr>
        <p:spPr>
          <a:xfrm>
            <a:off x="2366963" y="2087166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8F5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记录你的青春足迹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390775" y="2665809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8F5F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通过三大功能模块的有机整合，为大学生提供全方位的校园生活服务，让每一次探索、每一次参与、每一次连接都成为值得珍藏的青春记忆。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505200" y="3970734"/>
            <a:ext cx="1524000" cy="1790700"/>
          </a:xfrm>
          <a:custGeom>
            <a:avLst/>
            <a:gdLst/>
            <a:ahLst/>
            <a:cxnLst/>
            <a:rect l="l" t="t" r="r" b="b"/>
            <a:pathLst>
              <a:path w="1524000" h="1790700">
                <a:moveTo>
                  <a:pt x="152400" y="0"/>
                </a:moveTo>
                <a:lnTo>
                  <a:pt x="1371600" y="0"/>
                </a:lnTo>
                <a:cubicBezTo>
                  <a:pt x="1455712" y="0"/>
                  <a:pt x="1524000" y="68288"/>
                  <a:pt x="1524000" y="152400"/>
                </a:cubicBezTo>
                <a:lnTo>
                  <a:pt x="1524000" y="1638300"/>
                </a:lnTo>
                <a:cubicBezTo>
                  <a:pt x="1524000" y="1722412"/>
                  <a:pt x="1455712" y="1790700"/>
                  <a:pt x="1371600" y="1790700"/>
                </a:cubicBezTo>
                <a:lnTo>
                  <a:pt x="152400" y="1790700"/>
                </a:lnTo>
                <a:cubicBezTo>
                  <a:pt x="68288" y="1790700"/>
                  <a:pt x="0" y="1722412"/>
                  <a:pt x="0" y="16383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8F5F1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962400" y="419933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11" name="Shape 8"/>
          <p:cNvSpPr/>
          <p:nvPr/>
        </p:nvSpPr>
        <p:spPr>
          <a:xfrm>
            <a:off x="4152900" y="43898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36937" y="145152"/>
                </a:moveTo>
                <a:lnTo>
                  <a:pt x="72509" y="169932"/>
                </a:lnTo>
                <a:cubicBezTo>
                  <a:pt x="63847" y="173281"/>
                  <a:pt x="55319" y="164753"/>
                  <a:pt x="58668" y="156091"/>
                </a:cubicBezTo>
                <a:lnTo>
                  <a:pt x="83448" y="91663"/>
                </a:lnTo>
                <a:cubicBezTo>
                  <a:pt x="84921" y="87868"/>
                  <a:pt x="87868" y="84921"/>
                  <a:pt x="91663" y="83448"/>
                </a:cubicBezTo>
                <a:lnTo>
                  <a:pt x="156091" y="58668"/>
                </a:lnTo>
                <a:cubicBezTo>
                  <a:pt x="164753" y="55319"/>
                  <a:pt x="173281" y="63847"/>
                  <a:pt x="169932" y="72509"/>
                </a:cubicBezTo>
                <a:lnTo>
                  <a:pt x="145152" y="136937"/>
                </a:lnTo>
                <a:cubicBezTo>
                  <a:pt x="143723" y="140732"/>
                  <a:pt x="140732" y="143679"/>
                  <a:pt x="136937" y="145152"/>
                </a:cubicBezTo>
                <a:close/>
                <a:moveTo>
                  <a:pt x="128588" y="114300"/>
                </a:moveTo>
                <a:cubicBezTo>
                  <a:pt x="128588" y="106415"/>
                  <a:pt x="122185" y="100013"/>
                  <a:pt x="114300" y="100013"/>
                </a:cubicBezTo>
                <a:cubicBezTo>
                  <a:pt x="106415" y="100013"/>
                  <a:pt x="100013" y="106415"/>
                  <a:pt x="100013" y="114300"/>
                </a:cubicBezTo>
                <a:cubicBezTo>
                  <a:pt x="100013" y="122185"/>
                  <a:pt x="106415" y="128588"/>
                  <a:pt x="114300" y="128588"/>
                </a:cubicBezTo>
                <a:cubicBezTo>
                  <a:pt x="122185" y="128588"/>
                  <a:pt x="128588" y="122185"/>
                  <a:pt x="128588" y="114300"/>
                </a:cubicBezTo>
                <a:close/>
              </a:path>
            </a:pathLst>
          </a:custGeom>
          <a:solidFill>
            <a:srgbClr val="F8F5F1"/>
          </a:solidFill>
          <a:ln/>
        </p:spPr>
      </p:sp>
      <p:sp>
        <p:nvSpPr>
          <p:cNvPr id="12" name="Text 9"/>
          <p:cNvSpPr/>
          <p:nvPr/>
        </p:nvSpPr>
        <p:spPr>
          <a:xfrm>
            <a:off x="3686175" y="4961334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校园导航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95700" y="530423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探索每一个角落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34000" y="3970734"/>
            <a:ext cx="1524000" cy="1790700"/>
          </a:xfrm>
          <a:custGeom>
            <a:avLst/>
            <a:gdLst/>
            <a:ahLst/>
            <a:cxnLst/>
            <a:rect l="l" t="t" r="r" b="b"/>
            <a:pathLst>
              <a:path w="1524000" h="1790700">
                <a:moveTo>
                  <a:pt x="152400" y="0"/>
                </a:moveTo>
                <a:lnTo>
                  <a:pt x="1371600" y="0"/>
                </a:lnTo>
                <a:cubicBezTo>
                  <a:pt x="1455712" y="0"/>
                  <a:pt x="1524000" y="68288"/>
                  <a:pt x="1524000" y="152400"/>
                </a:cubicBezTo>
                <a:lnTo>
                  <a:pt x="1524000" y="1638300"/>
                </a:lnTo>
                <a:cubicBezTo>
                  <a:pt x="1524000" y="1722412"/>
                  <a:pt x="1455712" y="1790700"/>
                  <a:pt x="1371600" y="1790700"/>
                </a:cubicBezTo>
                <a:lnTo>
                  <a:pt x="152400" y="1790700"/>
                </a:lnTo>
                <a:cubicBezTo>
                  <a:pt x="68288" y="1790700"/>
                  <a:pt x="0" y="1722412"/>
                  <a:pt x="0" y="16383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8F5F1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91200" y="419933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C58"/>
          </a:solidFill>
          <a:ln/>
        </p:spPr>
      </p:sp>
      <p:sp>
        <p:nvSpPr>
          <p:cNvPr id="16" name="Shape 13"/>
          <p:cNvSpPr/>
          <p:nvPr/>
        </p:nvSpPr>
        <p:spPr>
          <a:xfrm>
            <a:off x="5967413" y="438983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8F5F1"/>
          </a:solidFill>
          <a:ln/>
        </p:spPr>
      </p:sp>
      <p:sp>
        <p:nvSpPr>
          <p:cNvPr id="17" name="Text 14"/>
          <p:cNvSpPr/>
          <p:nvPr/>
        </p:nvSpPr>
        <p:spPr>
          <a:xfrm>
            <a:off x="5514975" y="4961334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活动资讯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24500" y="530423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发现精彩生活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62800" y="3970734"/>
            <a:ext cx="1524000" cy="1790700"/>
          </a:xfrm>
          <a:custGeom>
            <a:avLst/>
            <a:gdLst/>
            <a:ahLst/>
            <a:cxnLst/>
            <a:rect l="l" t="t" r="r" b="b"/>
            <a:pathLst>
              <a:path w="1524000" h="1790700">
                <a:moveTo>
                  <a:pt x="152400" y="0"/>
                </a:moveTo>
                <a:lnTo>
                  <a:pt x="1371600" y="0"/>
                </a:lnTo>
                <a:cubicBezTo>
                  <a:pt x="1455712" y="0"/>
                  <a:pt x="1524000" y="68288"/>
                  <a:pt x="1524000" y="152400"/>
                </a:cubicBezTo>
                <a:lnTo>
                  <a:pt x="1524000" y="1638300"/>
                </a:lnTo>
                <a:cubicBezTo>
                  <a:pt x="1524000" y="1722412"/>
                  <a:pt x="1455712" y="1790700"/>
                  <a:pt x="1371600" y="1790700"/>
                </a:cubicBezTo>
                <a:lnTo>
                  <a:pt x="152400" y="1790700"/>
                </a:lnTo>
                <a:cubicBezTo>
                  <a:pt x="68288" y="1790700"/>
                  <a:pt x="0" y="1722412"/>
                  <a:pt x="0" y="16383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8F5F1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20000" y="419933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8A99A"/>
          </a:solidFill>
          <a:ln/>
        </p:spPr>
      </p:sp>
      <p:sp>
        <p:nvSpPr>
          <p:cNvPr id="21" name="Shape 18"/>
          <p:cNvSpPr/>
          <p:nvPr/>
        </p:nvSpPr>
        <p:spPr>
          <a:xfrm>
            <a:off x="7810500" y="43898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8F5F1"/>
          </a:solidFill>
          <a:ln/>
        </p:spPr>
      </p:sp>
      <p:sp>
        <p:nvSpPr>
          <p:cNvPr id="22" name="Text 19"/>
          <p:cNvSpPr/>
          <p:nvPr/>
        </p:nvSpPr>
        <p:spPr>
          <a:xfrm>
            <a:off x="7343775" y="4961334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5F1"/>
                </a:solidFill>
                <a:latin typeface="站酷文艺体" pitchFamily="34" charset="0"/>
                <a:ea typeface="站酷文艺体" pitchFamily="34" charset="-122"/>
                <a:cs typeface="站酷文艺体" pitchFamily="34" charset="-120"/>
              </a:rPr>
              <a:t>社交互动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53300" y="530423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1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连接有趣灵魂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14813" y="625673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25" name="Text 22"/>
          <p:cNvSpPr/>
          <p:nvPr/>
        </p:nvSpPr>
        <p:spPr>
          <a:xfrm>
            <a:off x="4438650" y="6218634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微信小程序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91163" y="6237684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8F5F1">
              <a:alpha val="3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717381" y="62567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59531"/>
                </a:moveTo>
                <a:lnTo>
                  <a:pt x="47625" y="59531"/>
                </a:lnTo>
                <a:lnTo>
                  <a:pt x="47625" y="35719"/>
                </a:lnTo>
                <a:lnTo>
                  <a:pt x="23812" y="35719"/>
                </a:lnTo>
                <a:lnTo>
                  <a:pt x="23812" y="59531"/>
                </a:lnTo>
                <a:close/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65484"/>
                </a:lnTo>
                <a:cubicBezTo>
                  <a:pt x="71438" y="75344"/>
                  <a:pt x="63438" y="83344"/>
                  <a:pt x="53578" y="83344"/>
                </a:cubicBez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  <a:moveTo>
                  <a:pt x="23812" y="154781"/>
                </a:moveTo>
                <a:lnTo>
                  <a:pt x="47625" y="154781"/>
                </a:lnTo>
                <a:lnTo>
                  <a:pt x="47625" y="130969"/>
                </a:lnTo>
                <a:lnTo>
                  <a:pt x="23812" y="130969"/>
                </a:lnTo>
                <a:lnTo>
                  <a:pt x="23812" y="154781"/>
                </a:lnTo>
                <a:close/>
                <a:moveTo>
                  <a:pt x="0" y="125016"/>
                </a:moveTo>
                <a:cubicBezTo>
                  <a:pt x="0" y="115156"/>
                  <a:pt x="8000" y="107156"/>
                  <a:pt x="17859" y="107156"/>
                </a:cubicBezTo>
                <a:lnTo>
                  <a:pt x="53578" y="107156"/>
                </a:lnTo>
                <a:cubicBezTo>
                  <a:pt x="63438" y="107156"/>
                  <a:pt x="71438" y="115156"/>
                  <a:pt x="71438" y="125016"/>
                </a:cubicBezTo>
                <a:lnTo>
                  <a:pt x="71438" y="160734"/>
                </a:lnTo>
                <a:cubicBezTo>
                  <a:pt x="71438" y="170594"/>
                  <a:pt x="63438" y="178594"/>
                  <a:pt x="53578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125016"/>
                </a:lnTo>
                <a:close/>
                <a:moveTo>
                  <a:pt x="119063" y="35719"/>
                </a:moveTo>
                <a:lnTo>
                  <a:pt x="119063" y="59531"/>
                </a:lnTo>
                <a:lnTo>
                  <a:pt x="142875" y="59531"/>
                </a:lnTo>
                <a:lnTo>
                  <a:pt x="142875" y="35719"/>
                </a:lnTo>
                <a:lnTo>
                  <a:pt x="119063" y="35719"/>
                </a:lnTo>
                <a:close/>
                <a:moveTo>
                  <a:pt x="113109" y="11906"/>
                </a:moveTo>
                <a:lnTo>
                  <a:pt x="148828" y="11906"/>
                </a:lnTo>
                <a:cubicBezTo>
                  <a:pt x="158688" y="11906"/>
                  <a:pt x="166688" y="19906"/>
                  <a:pt x="166688" y="29766"/>
                </a:cubicBezTo>
                <a:lnTo>
                  <a:pt x="166688" y="65484"/>
                </a:lnTo>
                <a:cubicBezTo>
                  <a:pt x="166688" y="75344"/>
                  <a:pt x="158688" y="83344"/>
                  <a:pt x="148828" y="83344"/>
                </a:cubicBezTo>
                <a:lnTo>
                  <a:pt x="113109" y="83344"/>
                </a:lnTo>
                <a:cubicBezTo>
                  <a:pt x="103250" y="83344"/>
                  <a:pt x="95250" y="75344"/>
                  <a:pt x="95250" y="65484"/>
                </a:cubicBezTo>
                <a:lnTo>
                  <a:pt x="95250" y="29766"/>
                </a:lnTo>
                <a:cubicBezTo>
                  <a:pt x="95250" y="19906"/>
                  <a:pt x="103250" y="11906"/>
                  <a:pt x="113109" y="11906"/>
                </a:cubicBezTo>
                <a:close/>
                <a:moveTo>
                  <a:pt x="107156" y="130969"/>
                </a:moveTo>
                <a:cubicBezTo>
                  <a:pt x="100585" y="130969"/>
                  <a:pt x="95250" y="125634"/>
                  <a:pt x="95250" y="119063"/>
                </a:cubicBezTo>
                <a:cubicBezTo>
                  <a:pt x="95250" y="112491"/>
                  <a:pt x="100585" y="107156"/>
                  <a:pt x="107156" y="107156"/>
                </a:cubicBezTo>
                <a:cubicBezTo>
                  <a:pt x="113727" y="107156"/>
                  <a:pt x="119063" y="112491"/>
                  <a:pt x="119063" y="119063"/>
                </a:cubicBezTo>
                <a:cubicBezTo>
                  <a:pt x="119063" y="125634"/>
                  <a:pt x="113727" y="130969"/>
                  <a:pt x="107156" y="130969"/>
                </a:cubicBezTo>
                <a:close/>
                <a:moveTo>
                  <a:pt x="107156" y="154781"/>
                </a:moveTo>
                <a:cubicBezTo>
                  <a:pt x="113742" y="154781"/>
                  <a:pt x="119063" y="160102"/>
                  <a:pt x="119063" y="166688"/>
                </a:cubicBezTo>
                <a:cubicBezTo>
                  <a:pt x="119063" y="173273"/>
                  <a:pt x="113742" y="178594"/>
                  <a:pt x="107156" y="178594"/>
                </a:cubicBezTo>
                <a:cubicBezTo>
                  <a:pt x="100571" y="178594"/>
                  <a:pt x="95250" y="173273"/>
                  <a:pt x="95250" y="166688"/>
                </a:cubicBezTo>
                <a:cubicBezTo>
                  <a:pt x="95250" y="160102"/>
                  <a:pt x="100571" y="154781"/>
                  <a:pt x="107156" y="154781"/>
                </a:cubicBezTo>
                <a:close/>
                <a:moveTo>
                  <a:pt x="142875" y="166688"/>
                </a:moveTo>
                <a:cubicBezTo>
                  <a:pt x="142875" y="160102"/>
                  <a:pt x="148196" y="154781"/>
                  <a:pt x="154781" y="154781"/>
                </a:cubicBezTo>
                <a:cubicBezTo>
                  <a:pt x="161367" y="154781"/>
                  <a:pt x="166688" y="160102"/>
                  <a:pt x="166688" y="166688"/>
                </a:cubicBezTo>
                <a:cubicBezTo>
                  <a:pt x="166688" y="173273"/>
                  <a:pt x="161367" y="178594"/>
                  <a:pt x="154781" y="178594"/>
                </a:cubicBezTo>
                <a:cubicBezTo>
                  <a:pt x="148196" y="178594"/>
                  <a:pt x="142875" y="173273"/>
                  <a:pt x="142875" y="166688"/>
                </a:cubicBezTo>
                <a:close/>
                <a:moveTo>
                  <a:pt x="154781" y="130969"/>
                </a:moveTo>
                <a:cubicBezTo>
                  <a:pt x="148210" y="130969"/>
                  <a:pt x="142875" y="125634"/>
                  <a:pt x="142875" y="119063"/>
                </a:cubicBezTo>
                <a:cubicBezTo>
                  <a:pt x="142875" y="112491"/>
                  <a:pt x="148210" y="107156"/>
                  <a:pt x="154781" y="107156"/>
                </a:cubicBezTo>
                <a:cubicBezTo>
                  <a:pt x="161352" y="107156"/>
                  <a:pt x="166688" y="112491"/>
                  <a:pt x="166688" y="119063"/>
                </a:cubicBezTo>
                <a:cubicBezTo>
                  <a:pt x="166688" y="125634"/>
                  <a:pt x="161352" y="130969"/>
                  <a:pt x="154781" y="130969"/>
                </a:cubicBezTo>
                <a:close/>
                <a:moveTo>
                  <a:pt x="142875" y="142875"/>
                </a:move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ubicBezTo>
                  <a:pt x="137540" y="130969"/>
                  <a:pt x="142875" y="136304"/>
                  <a:pt x="142875" y="142875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28" name="Text 25"/>
          <p:cNvSpPr/>
          <p:nvPr/>
        </p:nvSpPr>
        <p:spPr>
          <a:xfrm>
            <a:off x="5953125" y="6218634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扫码即用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834188" y="6237684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8F5F1">
              <a:alpha val="3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048500" y="62567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78A64"/>
          </a:solidFill>
          <a:ln/>
        </p:spPr>
      </p:sp>
      <p:sp>
        <p:nvSpPr>
          <p:cNvPr id="31" name="Text 28"/>
          <p:cNvSpPr/>
          <p:nvPr/>
        </p:nvSpPr>
        <p:spPr>
          <a:xfrm>
            <a:off x="7296150" y="6218634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5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即开即走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440</Words>
  <Application>Microsoft Office PowerPoint</Application>
  <PresentationFormat>宽屏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Oranienbaum</vt:lpstr>
      <vt:lpstr>站酷文艺体</vt:lpstr>
      <vt:lpstr>Arial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校园行 - 让校园探索成为生活的诗意</dc:title>
  <dc:subject>校园行 - 让校园探索成为生活的诗意</dc:subject>
  <dc:creator>Kimi</dc:creator>
  <cp:lastModifiedBy>amos walter</cp:lastModifiedBy>
  <cp:revision>2</cp:revision>
  <dcterms:created xsi:type="dcterms:W3CDTF">2026-01-08T14:08:11Z</dcterms:created>
  <dcterms:modified xsi:type="dcterms:W3CDTF">2026-01-08T15:23:39Z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{"Label":"校园行 - 让校园探索成为生活的诗意","ContentProducer":"001191110108MACG2KBH8F10000","ProduceID":"19b9deda-1672-8932-8000-0000d523dec6","ReservedCode1":"","ContentPropagator":"001191110108MACG2KBH8F20000","PropagateID":"19b9deda-1672-8932-8000-0000d523dec6","ReservedCode2":""}</vt:lpwstr>
  </property>
</Properties>
</file>